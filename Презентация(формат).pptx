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2438400" rtl="0" fontAlgn="auto" latinLnBrk="0" hangingPunct="0">
      <a:lnSpc>
        <a:spcPct val="100000"/>
      </a:lnSpc>
      <a:spcBef>
        <a:spcPts val="24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FFFFFF"/>
        </a:solidFill>
        <a:effectLst/>
        <a:uFillTx/>
        <a:latin typeface="Avenir Next Regular"/>
        <a:ea typeface="Avenir Next Regular"/>
        <a:cs typeface="Avenir Next Regular"/>
        <a:sym typeface="Avenir Next Regular"/>
      </a:defRPr>
    </a:lvl1pPr>
    <a:lvl2pPr marL="0" marR="0" indent="0" algn="l" defTabSz="2438400" rtl="0" fontAlgn="auto" latinLnBrk="0" hangingPunct="0">
      <a:lnSpc>
        <a:spcPct val="100000"/>
      </a:lnSpc>
      <a:spcBef>
        <a:spcPts val="24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FFFFFF"/>
        </a:solidFill>
        <a:effectLst/>
        <a:uFillTx/>
        <a:latin typeface="Avenir Next Regular"/>
        <a:ea typeface="Avenir Next Regular"/>
        <a:cs typeface="Avenir Next Regular"/>
        <a:sym typeface="Avenir Next Regular"/>
      </a:defRPr>
    </a:lvl2pPr>
    <a:lvl3pPr marL="0" marR="0" indent="0" algn="l" defTabSz="2438400" rtl="0" fontAlgn="auto" latinLnBrk="0" hangingPunct="0">
      <a:lnSpc>
        <a:spcPct val="100000"/>
      </a:lnSpc>
      <a:spcBef>
        <a:spcPts val="24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FFFFFF"/>
        </a:solidFill>
        <a:effectLst/>
        <a:uFillTx/>
        <a:latin typeface="Avenir Next Regular"/>
        <a:ea typeface="Avenir Next Regular"/>
        <a:cs typeface="Avenir Next Regular"/>
        <a:sym typeface="Avenir Next Regular"/>
      </a:defRPr>
    </a:lvl3pPr>
    <a:lvl4pPr marL="0" marR="0" indent="0" algn="l" defTabSz="2438400" rtl="0" fontAlgn="auto" latinLnBrk="0" hangingPunct="0">
      <a:lnSpc>
        <a:spcPct val="100000"/>
      </a:lnSpc>
      <a:spcBef>
        <a:spcPts val="24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FFFFFF"/>
        </a:solidFill>
        <a:effectLst/>
        <a:uFillTx/>
        <a:latin typeface="Avenir Next Regular"/>
        <a:ea typeface="Avenir Next Regular"/>
        <a:cs typeface="Avenir Next Regular"/>
        <a:sym typeface="Avenir Next Regular"/>
      </a:defRPr>
    </a:lvl4pPr>
    <a:lvl5pPr marL="0" marR="0" indent="0" algn="l" defTabSz="2438400" rtl="0" fontAlgn="auto" latinLnBrk="0" hangingPunct="0">
      <a:lnSpc>
        <a:spcPct val="100000"/>
      </a:lnSpc>
      <a:spcBef>
        <a:spcPts val="24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FFFFFF"/>
        </a:solidFill>
        <a:effectLst/>
        <a:uFillTx/>
        <a:latin typeface="Avenir Next Regular"/>
        <a:ea typeface="Avenir Next Regular"/>
        <a:cs typeface="Avenir Next Regular"/>
        <a:sym typeface="Avenir Next Regular"/>
      </a:defRPr>
    </a:lvl5pPr>
    <a:lvl6pPr marL="0" marR="0" indent="0" algn="l" defTabSz="2438400" rtl="0" fontAlgn="auto" latinLnBrk="0" hangingPunct="0">
      <a:lnSpc>
        <a:spcPct val="100000"/>
      </a:lnSpc>
      <a:spcBef>
        <a:spcPts val="24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FFFFFF"/>
        </a:solidFill>
        <a:effectLst/>
        <a:uFillTx/>
        <a:latin typeface="Avenir Next Regular"/>
        <a:ea typeface="Avenir Next Regular"/>
        <a:cs typeface="Avenir Next Regular"/>
        <a:sym typeface="Avenir Next Regular"/>
      </a:defRPr>
    </a:lvl6pPr>
    <a:lvl7pPr marL="0" marR="0" indent="0" algn="l" defTabSz="2438400" rtl="0" fontAlgn="auto" latinLnBrk="0" hangingPunct="0">
      <a:lnSpc>
        <a:spcPct val="100000"/>
      </a:lnSpc>
      <a:spcBef>
        <a:spcPts val="24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FFFFFF"/>
        </a:solidFill>
        <a:effectLst/>
        <a:uFillTx/>
        <a:latin typeface="Avenir Next Regular"/>
        <a:ea typeface="Avenir Next Regular"/>
        <a:cs typeface="Avenir Next Regular"/>
        <a:sym typeface="Avenir Next Regular"/>
      </a:defRPr>
    </a:lvl7pPr>
    <a:lvl8pPr marL="0" marR="0" indent="0" algn="l" defTabSz="2438400" rtl="0" fontAlgn="auto" latinLnBrk="0" hangingPunct="0">
      <a:lnSpc>
        <a:spcPct val="100000"/>
      </a:lnSpc>
      <a:spcBef>
        <a:spcPts val="24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FFFFFF"/>
        </a:solidFill>
        <a:effectLst/>
        <a:uFillTx/>
        <a:latin typeface="Avenir Next Regular"/>
        <a:ea typeface="Avenir Next Regular"/>
        <a:cs typeface="Avenir Next Regular"/>
        <a:sym typeface="Avenir Next Regular"/>
      </a:defRPr>
    </a:lvl8pPr>
    <a:lvl9pPr marL="0" marR="0" indent="0" algn="l" defTabSz="2438400" rtl="0" fontAlgn="auto" latinLnBrk="0" hangingPunct="0">
      <a:lnSpc>
        <a:spcPct val="100000"/>
      </a:lnSpc>
      <a:spcBef>
        <a:spcPts val="24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FFFFFF"/>
        </a:solidFill>
        <a:effectLst/>
        <a:uFillTx/>
        <a:latin typeface="Avenir Next Regular"/>
        <a:ea typeface="Avenir Next Regular"/>
        <a:cs typeface="Avenir Next Regular"/>
        <a:sym typeface="Avenir Next Regular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>
          <a:latin typeface="Avenir Next Regular"/>
          <a:ea typeface="Avenir Next Regular"/>
          <a:cs typeface="Avenir Next Regular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74767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381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381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>
          <a:latin typeface="Avenir Next Regular"/>
          <a:ea typeface="Avenir Next Regular"/>
          <a:cs typeface="Avenir Next Regular"/>
        </a:font>
        <a:srgbClr val="FFFFFF"/>
      </a:tcTxStyle>
      <a:tcStyle>
        <a:tcBdr>
          <a:left>
            <a:ln w="12700" cap="flat">
              <a:solidFill>
                <a:srgbClr val="A9A9A9"/>
              </a:solidFill>
              <a:prstDash val="solid"/>
              <a:miter lim="400000"/>
            </a:ln>
          </a:left>
          <a:right>
            <a:ln w="12700" cap="flat">
              <a:solidFill>
                <a:srgbClr val="A9A9A9"/>
              </a:solidFill>
              <a:prstDash val="solid"/>
              <a:miter lim="400000"/>
            </a:ln>
          </a:right>
          <a:top>
            <a:ln w="12700" cap="flat">
              <a:solidFill>
                <a:srgbClr val="A9A9A9"/>
              </a:solidFill>
              <a:prstDash val="solid"/>
              <a:miter lim="400000"/>
            </a:ln>
          </a:top>
          <a:bottom>
            <a:ln w="12700" cap="flat">
              <a:solidFill>
                <a:srgbClr val="A9A9A9"/>
              </a:solidFill>
              <a:prstDash val="solid"/>
              <a:miter lim="400000"/>
            </a:ln>
          </a:bottom>
          <a:insideH>
            <a:ln w="12700" cap="flat">
              <a:solidFill>
                <a:srgbClr val="A9A9A9"/>
              </a:solidFill>
              <a:prstDash val="solid"/>
              <a:miter lim="400000"/>
            </a:ln>
          </a:insideH>
          <a:insideV>
            <a:ln w="12700" cap="flat">
              <a:solidFill>
                <a:srgbClr val="A9A9A9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74767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9A9A9"/>
              </a:solidFill>
              <a:prstDash val="solid"/>
              <a:miter lim="400000"/>
            </a:ln>
          </a:left>
          <a:right>
            <a:ln w="254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A9A9A9"/>
              </a:solidFill>
              <a:prstDash val="solid"/>
              <a:miter lim="400000"/>
            </a:ln>
          </a:top>
          <a:bottom>
            <a:ln w="12700" cap="flat">
              <a:solidFill>
                <a:srgbClr val="A9A9A9"/>
              </a:solidFill>
              <a:prstDash val="solid"/>
              <a:miter lim="400000"/>
            </a:ln>
          </a:bottom>
          <a:insideH>
            <a:ln w="12700" cap="flat">
              <a:solidFill>
                <a:srgbClr val="A9A9A9"/>
              </a:solidFill>
              <a:prstDash val="solid"/>
              <a:miter lim="400000"/>
            </a:ln>
          </a:insideH>
          <a:insideV>
            <a:ln w="12700" cap="flat">
              <a:solidFill>
                <a:srgbClr val="A9A9A9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>
          <a:latin typeface="Avenir Next Regular"/>
          <a:ea typeface="Avenir Next Regular"/>
          <a:cs typeface="Avenir Next Regular"/>
        </a:font>
        <a:srgbClr val="FFFFFF"/>
      </a:tcTxStyle>
      <a:tcStyle>
        <a:tcBdr>
          <a:left>
            <a:ln w="12700" cap="flat">
              <a:solidFill>
                <a:srgbClr val="A9A9A9"/>
              </a:solidFill>
              <a:prstDash val="solid"/>
              <a:miter lim="400000"/>
            </a:ln>
          </a:left>
          <a:right>
            <a:ln w="12700" cap="flat">
              <a:solidFill>
                <a:srgbClr val="A9A9A9"/>
              </a:solidFill>
              <a:prstDash val="solid"/>
              <a:miter lim="400000"/>
            </a:ln>
          </a:right>
          <a:top>
            <a:ln w="38100" cap="flat">
              <a:solidFill>
                <a:srgbClr val="00A1FF"/>
              </a:solidFill>
              <a:prstDash val="solid"/>
              <a:miter lim="400000"/>
            </a:ln>
          </a:top>
          <a:bottom>
            <a:ln w="12700" cap="flat">
              <a:solidFill>
                <a:srgbClr val="A9A9A9"/>
              </a:solidFill>
              <a:prstDash val="solid"/>
              <a:miter lim="400000"/>
            </a:ln>
          </a:bottom>
          <a:insideH>
            <a:ln w="12700" cap="flat">
              <a:solidFill>
                <a:srgbClr val="A9A9A9"/>
              </a:solidFill>
              <a:prstDash val="solid"/>
              <a:miter lim="400000"/>
            </a:ln>
          </a:insideH>
          <a:insideV>
            <a:ln w="12700" cap="flat">
              <a:solidFill>
                <a:srgbClr val="A9A9A9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9A9A9"/>
              </a:solidFill>
              <a:prstDash val="solid"/>
              <a:miter lim="400000"/>
            </a:ln>
          </a:left>
          <a:right>
            <a:ln w="12700" cap="flat">
              <a:solidFill>
                <a:srgbClr val="A9A9A9"/>
              </a:solidFill>
              <a:prstDash val="solid"/>
              <a:miter lim="400000"/>
            </a:ln>
          </a:right>
          <a:top>
            <a:ln w="12700" cap="flat">
              <a:solidFill>
                <a:srgbClr val="A9A9A9"/>
              </a:solidFill>
              <a:prstDash val="solid"/>
              <a:miter lim="400000"/>
            </a:ln>
          </a:top>
          <a:bottom>
            <a:ln w="381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A9A9A9"/>
              </a:solidFill>
              <a:prstDash val="solid"/>
              <a:miter lim="400000"/>
            </a:ln>
          </a:insideH>
          <a:insideV>
            <a:ln w="12700" cap="flat">
              <a:solidFill>
                <a:srgbClr val="A9A9A9"/>
              </a:solidFill>
              <a:prstDash val="solid"/>
              <a:miter lim="400000"/>
            </a:ln>
          </a:insideV>
        </a:tcBdr>
        <a:fill>
          <a:solidFill>
            <a:srgbClr val="014D80"/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Avenir Next Regular"/>
          <a:ea typeface="Avenir Next Regular"/>
          <a:cs typeface="Avenir Next Regular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747676"/>
          </a:solidFill>
        </a:fill>
      </a:tcStyle>
    </a:band2H>
    <a:firstCol>
      <a:tcTxStyle b="off" i="off">
        <a:font>
          <a:latin typeface="Avenir Next Medium"/>
          <a:ea typeface="Avenir Next Medium"/>
          <a:cs typeface="Avenir Next Medium"/>
        </a:font>
        <a:srgbClr val="FFFFFF"/>
      </a:tcTxStyle>
      <a:tcStyle>
        <a:tcBdr>
          <a:left>
            <a:ln w="12700" cap="flat">
              <a:solidFill>
                <a:srgbClr val="A9A9A9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13B100"/>
          </a:solidFill>
        </a:fill>
      </a:tcStyle>
    </a:firstCol>
    <a:lastRow>
      <a:tcTxStyle b="off" i="off">
        <a:font>
          <a:latin typeface="Avenir Next Regular"/>
          <a:ea typeface="Avenir Next Regular"/>
          <a:cs typeface="Avenir Next Regular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38100" cap="flat">
              <a:solidFill>
                <a:srgbClr val="61D836"/>
              </a:solidFill>
              <a:prstDash val="solid"/>
              <a:miter lim="400000"/>
            </a:ln>
          </a:top>
          <a:bottom>
            <a:ln w="12700" cap="flat">
              <a:solidFill>
                <a:srgbClr val="A9A9A9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Avenir Next Medium"/>
          <a:ea typeface="Avenir Next Medium"/>
          <a:cs typeface="Avenir Next Medium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A9A9A9"/>
              </a:solidFill>
              <a:prstDash val="solid"/>
              <a:miter lim="400000"/>
            </a:ln>
          </a:top>
          <a:bottom>
            <a:ln w="381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chemeClr val="accent3">
              <a:hueOff val="552055"/>
              <a:lumOff val="-12548"/>
            </a:schemeClr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Avenir Next Regular"/>
          <a:ea typeface="Avenir Next Regular"/>
          <a:cs typeface="Avenir Next Regular"/>
        </a:font>
        <a:srgbClr val="FFFFFF"/>
      </a:tcTxStyle>
      <a:tcStyle>
        <a:tcBdr>
          <a:left>
            <a:ln w="12700" cap="flat">
              <a:solidFill>
                <a:srgbClr val="A9A9A9"/>
              </a:solidFill>
              <a:prstDash val="solid"/>
              <a:miter lim="400000"/>
            </a:ln>
          </a:left>
          <a:right>
            <a:ln w="12700" cap="flat">
              <a:solidFill>
                <a:srgbClr val="A9A9A9"/>
              </a:solidFill>
              <a:prstDash val="solid"/>
              <a:miter lim="400000"/>
            </a:ln>
          </a:right>
          <a:top>
            <a:ln w="12700" cap="flat">
              <a:solidFill>
                <a:srgbClr val="A9A9A9"/>
              </a:solidFill>
              <a:prstDash val="solid"/>
              <a:miter lim="400000"/>
            </a:ln>
          </a:top>
          <a:bottom>
            <a:ln w="12700" cap="flat">
              <a:solidFill>
                <a:srgbClr val="A9A9A9"/>
              </a:solidFill>
              <a:prstDash val="solid"/>
              <a:miter lim="400000"/>
            </a:ln>
          </a:bottom>
          <a:insideH>
            <a:ln w="12700" cap="flat">
              <a:solidFill>
                <a:srgbClr val="A9A9A9"/>
              </a:solidFill>
              <a:prstDash val="solid"/>
              <a:miter lim="400000"/>
            </a:ln>
          </a:insideH>
          <a:insideV>
            <a:ln w="12700" cap="flat">
              <a:solidFill>
                <a:srgbClr val="A9A9A9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747676"/>
          </a:solidFill>
        </a:fill>
      </a:tcStyle>
    </a:band2H>
    <a:firstCol>
      <a:tcTxStyle b="off" i="off">
        <a:font>
          <a:latin typeface="Avenir Next Medium"/>
          <a:ea typeface="Avenir Next Medium"/>
          <a:cs typeface="Avenir Next Medium"/>
        </a:font>
        <a:srgbClr val="000000"/>
      </a:tcTxStyle>
      <a:tcStyle>
        <a:tcBdr>
          <a:left>
            <a:ln w="12700" cap="flat">
              <a:solidFill>
                <a:srgbClr val="E3E5E8"/>
              </a:solidFill>
              <a:prstDash val="solid"/>
              <a:miter lim="400000"/>
            </a:ln>
          </a:left>
          <a:right>
            <a:ln w="254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chemeClr val="accent4">
              <a:hueOff val="-613784"/>
              <a:lumOff val="1275"/>
            </a:schemeClr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9A9A9"/>
              </a:solidFill>
              <a:prstDash val="solid"/>
              <a:miter lim="400000"/>
            </a:ln>
          </a:left>
          <a:right>
            <a:ln w="12700" cap="flat">
              <a:solidFill>
                <a:srgbClr val="A9A9A9"/>
              </a:solidFill>
              <a:prstDash val="solid"/>
              <a:miter lim="400000"/>
            </a:ln>
          </a:right>
          <a:top>
            <a:ln w="38100" cap="flat">
              <a:solidFill>
                <a:schemeClr val="accent4">
                  <a:hueOff val="-613784"/>
                  <a:lumOff val="1275"/>
                </a:schemeClr>
              </a:solidFill>
              <a:prstDash val="solid"/>
              <a:miter lim="400000"/>
            </a:ln>
          </a:top>
          <a:bottom>
            <a:ln w="12700" cap="flat">
              <a:solidFill>
                <a:srgbClr val="E3E5E8"/>
              </a:solidFill>
              <a:prstDash val="solid"/>
              <a:miter lim="400000"/>
            </a:ln>
          </a:bottom>
          <a:insideH>
            <a:ln w="12700" cap="flat">
              <a:solidFill>
                <a:srgbClr val="A9A9A9"/>
              </a:solidFill>
              <a:prstDash val="solid"/>
              <a:miter lim="400000"/>
            </a:ln>
          </a:insideH>
          <a:insideV>
            <a:ln w="12700" cap="flat">
              <a:solidFill>
                <a:srgbClr val="A9A9A9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Avenir Next Medium"/>
          <a:ea typeface="Avenir Next Medium"/>
          <a:cs typeface="Avenir Next Medium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E3E5E8"/>
              </a:solidFill>
              <a:prstDash val="solid"/>
              <a:miter lim="400000"/>
            </a:ln>
          </a:top>
          <a:bottom>
            <a:ln w="381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FF5300"/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Avenir Next Regular"/>
          <a:ea typeface="Avenir Next Regular"/>
          <a:cs typeface="Avenir Next Regular"/>
        </a:font>
        <a:srgbClr val="FFFFFF"/>
      </a:tcTxStyle>
      <a:tcStyle>
        <a:tcBdr>
          <a:left>
            <a:ln w="12700" cap="flat">
              <a:solidFill>
                <a:srgbClr val="C0C0C0"/>
              </a:solidFill>
              <a:prstDash val="solid"/>
              <a:miter lim="400000"/>
            </a:ln>
          </a:left>
          <a:right>
            <a:ln w="12700" cap="flat">
              <a:solidFill>
                <a:srgbClr val="C0C0C0"/>
              </a:solidFill>
              <a:prstDash val="solid"/>
              <a:miter lim="400000"/>
            </a:ln>
          </a:right>
          <a:top>
            <a:ln w="12700" cap="flat">
              <a:solidFill>
                <a:srgbClr val="C0C0C0"/>
              </a:solidFill>
              <a:prstDash val="solid"/>
              <a:miter lim="400000"/>
            </a:ln>
          </a:top>
          <a:bottom>
            <a:ln w="12700" cap="flat">
              <a:solidFill>
                <a:srgbClr val="C0C0C0"/>
              </a:solidFill>
              <a:prstDash val="solid"/>
              <a:miter lim="400000"/>
            </a:ln>
          </a:bottom>
          <a:insideH>
            <a:ln w="12700" cap="flat">
              <a:solidFill>
                <a:srgbClr val="C0C0C0"/>
              </a:solidFill>
              <a:prstDash val="solid"/>
              <a:miter lim="400000"/>
            </a:ln>
          </a:insideH>
          <a:insideV>
            <a:ln w="12700" cap="flat">
              <a:solidFill>
                <a:srgbClr val="C0C0C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74767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C0C0C0"/>
              </a:solidFill>
              <a:prstDash val="solid"/>
              <a:miter lim="400000"/>
            </a:ln>
          </a:right>
          <a:top>
            <a:ln w="12700" cap="flat">
              <a:solidFill>
                <a:srgbClr val="C0C0C0"/>
              </a:solidFill>
              <a:prstDash val="solid"/>
              <a:miter lim="400000"/>
            </a:ln>
          </a:top>
          <a:bottom>
            <a:ln w="12700" cap="flat">
              <a:solidFill>
                <a:srgbClr val="C0C0C0"/>
              </a:solidFill>
              <a:prstDash val="solid"/>
              <a:miter lim="400000"/>
            </a:ln>
          </a:bottom>
          <a:insideH>
            <a:ln w="12700" cap="flat">
              <a:solidFill>
                <a:srgbClr val="C0C0C0"/>
              </a:solidFill>
              <a:prstDash val="solid"/>
              <a:miter lim="400000"/>
            </a:ln>
          </a:insideH>
          <a:insideV>
            <a:ln w="12700" cap="flat">
              <a:solidFill>
                <a:srgbClr val="C0C0C0"/>
              </a:solidFill>
              <a:prstDash val="solid"/>
              <a:miter lim="400000"/>
            </a:ln>
          </a:insideV>
        </a:tcBdr>
        <a:fill>
          <a:solidFill>
            <a:srgbClr val="98195F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9A9A9"/>
              </a:solidFill>
              <a:prstDash val="solid"/>
              <a:miter lim="400000"/>
            </a:ln>
          </a:left>
          <a:right>
            <a:ln w="12700" cap="flat">
              <a:solidFill>
                <a:srgbClr val="A9A9A9"/>
              </a:solidFill>
              <a:prstDash val="solid"/>
              <a:miter lim="400000"/>
            </a:ln>
          </a:right>
          <a:top>
            <a:ln w="38100" cap="flat">
              <a:solidFill>
                <a:schemeClr val="accent6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9A9A9"/>
              </a:solidFill>
              <a:prstDash val="solid"/>
              <a:miter lim="400000"/>
            </a:ln>
          </a:insideH>
          <a:insideV>
            <a:ln w="12700" cap="flat">
              <a:solidFill>
                <a:srgbClr val="A9A9A9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C0C0C0"/>
              </a:solidFill>
              <a:prstDash val="solid"/>
              <a:miter lim="400000"/>
            </a:ln>
          </a:left>
          <a:right>
            <a:ln w="12700" cap="flat">
              <a:solidFill>
                <a:srgbClr val="C0C0C0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381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C0C0C0"/>
              </a:solidFill>
              <a:prstDash val="solid"/>
              <a:miter lim="400000"/>
            </a:ln>
          </a:insideH>
          <a:insideV>
            <a:ln w="12700" cap="flat">
              <a:solidFill>
                <a:srgbClr val="C0C0C0"/>
              </a:solidFill>
              <a:prstDash val="solid"/>
              <a:miter lim="400000"/>
            </a:ln>
          </a:insideV>
        </a:tcBdr>
        <a:fill>
          <a:solidFill>
            <a:srgbClr val="650E48"/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Avenir Next Regular"/>
          <a:ea typeface="Avenir Next Regular"/>
          <a:cs typeface="Avenir Next Regular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74767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9A9A9"/>
              </a:solidFill>
              <a:prstDash val="solid"/>
              <a:miter lim="400000"/>
            </a:ln>
          </a:left>
          <a:right>
            <a:ln w="381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381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A9A9A9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A9A9A9"/>
              </a:solidFill>
              <a:prstDash val="solid"/>
              <a:miter lim="400000"/>
            </a:ln>
          </a:top>
          <a:bottom>
            <a:ln w="381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969696">
              <a:alpha val="50000"/>
            </a:srgb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Shape 148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49" name="Shape 149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1pPr>
    <a:lvl2pPr indent="228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2pPr>
    <a:lvl3pPr indent="457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3pPr>
    <a:lvl4pPr indent="685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4pPr>
    <a:lvl5pPr indent="9144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5pPr>
    <a:lvl6pPr indent="11430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6pPr>
    <a:lvl7pPr indent="1371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7pPr>
    <a:lvl8pPr indent="1600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8pPr>
    <a:lvl9pPr indent="1828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Заголовок презентации"/>
          <p:cNvSpPr txBox="1"/>
          <p:nvPr>
            <p:ph type="title" hasCustomPrompt="1"/>
          </p:nvPr>
        </p:nvSpPr>
        <p:spPr>
          <a:xfrm>
            <a:off x="1270000" y="3289300"/>
            <a:ext cx="21844000" cy="3879454"/>
          </a:xfrm>
          <a:prstGeom prst="rect">
            <a:avLst/>
          </a:prstGeom>
        </p:spPr>
        <p:txBody>
          <a:bodyPr/>
          <a:lstStyle>
            <a:lvl1pPr defTabSz="2438338">
              <a:lnSpc>
                <a:spcPct val="90000"/>
              </a:lnSpc>
              <a:defRPr spc="-348" sz="11600">
                <a:gradFill flip="none" rotWithShape="1">
                  <a:gsLst>
                    <a:gs pos="0">
                      <a:srgbClr val="00E8FF"/>
                    </a:gs>
                    <a:gs pos="100000">
                      <a:srgbClr val="FF00F7"/>
                    </a:gs>
                  </a:gsLst>
                  <a:lin ang="3967761" scaled="0"/>
                </a:gradFill>
              </a:defRPr>
            </a:lvl1pPr>
          </a:lstStyle>
          <a:p>
            <a:pPr/>
            <a:r>
              <a:t>Заголовок презентации</a:t>
            </a:r>
          </a:p>
        </p:txBody>
      </p:sp>
      <p:sp>
        <p:nvSpPr>
          <p:cNvPr id="12" name="Автор и дата"/>
          <p:cNvSpPr txBox="1"/>
          <p:nvPr>
            <p:ph type="body" sz="quarter" idx="13" hasCustomPrompt="1"/>
          </p:nvPr>
        </p:nvSpPr>
        <p:spPr>
          <a:xfrm>
            <a:off x="1270000" y="12160429"/>
            <a:ext cx="21844000" cy="694056"/>
          </a:xfrm>
          <a:prstGeom prst="rect">
            <a:avLst/>
          </a:prstGeom>
        </p:spPr>
        <p:txBody>
          <a:bodyPr/>
          <a:lstStyle>
            <a:lvl1pPr marL="0" indent="0" algn="ctr" defTabSz="808990">
              <a:spcBef>
                <a:spcPts val="0"/>
              </a:spcBef>
              <a:buClrTx/>
              <a:buSzTx/>
              <a:buNone/>
              <a:defRPr sz="3430">
                <a:solidFill>
                  <a:srgbClr val="D5D5D5"/>
                </a:solidFill>
                <a:latin typeface="Avenir Next Medium"/>
                <a:ea typeface="Avenir Next Medium"/>
                <a:cs typeface="Avenir Next Medium"/>
                <a:sym typeface="Avenir Next Medium"/>
              </a:defRPr>
            </a:lvl1pPr>
          </a:lstStyle>
          <a:p>
            <a:pPr/>
            <a:r>
              <a:t>Автор и дата</a:t>
            </a:r>
          </a:p>
        </p:txBody>
      </p:sp>
      <p:sp>
        <p:nvSpPr>
          <p:cNvPr id="13" name="Уровень текста 1…"/>
          <p:cNvSpPr txBox="1"/>
          <p:nvPr>
            <p:ph type="body" sz="quarter" idx="1" hasCustomPrompt="1"/>
          </p:nvPr>
        </p:nvSpPr>
        <p:spPr>
          <a:xfrm>
            <a:off x="1270000" y="6985000"/>
            <a:ext cx="21844000" cy="2512352"/>
          </a:xfrm>
          <a:prstGeom prst="rect">
            <a:avLst/>
          </a:prstGeom>
        </p:spPr>
        <p:txBody>
          <a:bodyPr/>
          <a:lstStyle>
            <a:lvl1pPr marL="0" indent="0" algn="ctr" defTabSz="825500">
              <a:spcBef>
                <a:spcPts val="0"/>
              </a:spcBef>
              <a:buClrTx/>
              <a:buSzTx/>
              <a:buNone/>
              <a:defRPr sz="6400">
                <a:solidFill>
                  <a:srgbClr val="D5D5D5"/>
                </a:solidFill>
                <a:latin typeface="Avenir Next Medium"/>
                <a:ea typeface="Avenir Next Medium"/>
                <a:cs typeface="Avenir Next Medium"/>
                <a:sym typeface="Avenir Next Medium"/>
              </a:defRPr>
            </a:lvl1pPr>
            <a:lvl2pPr marL="0" indent="0" algn="ctr" defTabSz="825500">
              <a:spcBef>
                <a:spcPts val="0"/>
              </a:spcBef>
              <a:buClrTx/>
              <a:buSzTx/>
              <a:buNone/>
              <a:defRPr sz="6400">
                <a:solidFill>
                  <a:srgbClr val="D5D5D5"/>
                </a:solidFill>
                <a:latin typeface="Avenir Next Medium"/>
                <a:ea typeface="Avenir Next Medium"/>
                <a:cs typeface="Avenir Next Medium"/>
                <a:sym typeface="Avenir Next Medium"/>
              </a:defRPr>
            </a:lvl2pPr>
            <a:lvl3pPr marL="0" indent="0" algn="ctr" defTabSz="825500">
              <a:spcBef>
                <a:spcPts val="0"/>
              </a:spcBef>
              <a:buClrTx/>
              <a:buSzTx/>
              <a:buNone/>
              <a:defRPr sz="6400">
                <a:solidFill>
                  <a:srgbClr val="D5D5D5"/>
                </a:solidFill>
                <a:latin typeface="Avenir Next Medium"/>
                <a:ea typeface="Avenir Next Medium"/>
                <a:cs typeface="Avenir Next Medium"/>
                <a:sym typeface="Avenir Next Medium"/>
              </a:defRPr>
            </a:lvl3pPr>
            <a:lvl4pPr marL="0" indent="0" algn="ctr" defTabSz="825500">
              <a:spcBef>
                <a:spcPts val="0"/>
              </a:spcBef>
              <a:buClrTx/>
              <a:buSzTx/>
              <a:buNone/>
              <a:defRPr sz="6400">
                <a:solidFill>
                  <a:srgbClr val="D5D5D5"/>
                </a:solidFill>
                <a:latin typeface="Avenir Next Medium"/>
                <a:ea typeface="Avenir Next Medium"/>
                <a:cs typeface="Avenir Next Medium"/>
                <a:sym typeface="Avenir Next Medium"/>
              </a:defRPr>
            </a:lvl4pPr>
            <a:lvl5pPr marL="0" indent="0" algn="ctr" defTabSz="825500">
              <a:spcBef>
                <a:spcPts val="0"/>
              </a:spcBef>
              <a:buClrTx/>
              <a:buSzTx/>
              <a:buNone/>
              <a:defRPr sz="6400">
                <a:solidFill>
                  <a:srgbClr val="D5D5D5"/>
                </a:solidFill>
                <a:latin typeface="Avenir Next Medium"/>
                <a:ea typeface="Avenir Next Medium"/>
                <a:cs typeface="Avenir Next Medium"/>
                <a:sym typeface="Avenir Next Medium"/>
              </a:defRPr>
            </a:lvl5pPr>
          </a:lstStyle>
          <a:p>
            <a:pPr/>
            <a:r>
              <a:t>Подзаголовок презентации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4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Заголовок и фот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Изображение"/>
          <p:cNvSpPr/>
          <p:nvPr>
            <p:ph type="pic" idx="13"/>
          </p:nvPr>
        </p:nvSpPr>
        <p:spPr>
          <a:xfrm>
            <a:off x="0" y="-762000"/>
            <a:ext cx="24384000" cy="152400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22" name="Автор и дата"/>
          <p:cNvSpPr txBox="1"/>
          <p:nvPr>
            <p:ph type="body" sz="quarter" idx="14" hasCustomPrompt="1"/>
          </p:nvPr>
        </p:nvSpPr>
        <p:spPr>
          <a:xfrm>
            <a:off x="1270000" y="12166600"/>
            <a:ext cx="21844000" cy="694055"/>
          </a:xfrm>
          <a:prstGeom prst="rect">
            <a:avLst/>
          </a:prstGeom>
        </p:spPr>
        <p:txBody>
          <a:bodyPr/>
          <a:lstStyle>
            <a:lvl1pPr marL="0" indent="0" algn="ctr" defTabSz="808990">
              <a:spcBef>
                <a:spcPts val="0"/>
              </a:spcBef>
              <a:buClrTx/>
              <a:buSzTx/>
              <a:buNone/>
              <a:defRPr sz="3430">
                <a:solidFill>
                  <a:srgbClr val="D5D5D5"/>
                </a:solidFill>
                <a:latin typeface="Avenir Next Medium"/>
                <a:ea typeface="Avenir Next Medium"/>
                <a:cs typeface="Avenir Next Medium"/>
                <a:sym typeface="Avenir Next Medium"/>
              </a:defRPr>
            </a:lvl1pPr>
          </a:lstStyle>
          <a:p>
            <a:pPr/>
            <a:r>
              <a:t>Автор и дата</a:t>
            </a:r>
          </a:p>
        </p:txBody>
      </p:sp>
      <p:sp>
        <p:nvSpPr>
          <p:cNvPr id="23" name="Заголовок презентации"/>
          <p:cNvSpPr txBox="1"/>
          <p:nvPr>
            <p:ph type="title" hasCustomPrompt="1"/>
          </p:nvPr>
        </p:nvSpPr>
        <p:spPr>
          <a:xfrm>
            <a:off x="1270000" y="3289300"/>
            <a:ext cx="21844000" cy="3873500"/>
          </a:xfrm>
          <a:prstGeom prst="rect">
            <a:avLst/>
          </a:prstGeom>
        </p:spPr>
        <p:txBody>
          <a:bodyPr/>
          <a:lstStyle>
            <a:lvl1pPr defTabSz="2438400">
              <a:lnSpc>
                <a:spcPct val="90000"/>
              </a:lnSpc>
              <a:defRPr spc="-348" sz="11600"/>
            </a:lvl1pPr>
          </a:lstStyle>
          <a:p>
            <a:pPr/>
            <a:r>
              <a:t>Заголовок презентации</a:t>
            </a:r>
          </a:p>
        </p:txBody>
      </p:sp>
      <p:sp>
        <p:nvSpPr>
          <p:cNvPr id="24" name="Уровень текста 1…"/>
          <p:cNvSpPr txBox="1"/>
          <p:nvPr>
            <p:ph type="body" sz="quarter" idx="1" hasCustomPrompt="1"/>
          </p:nvPr>
        </p:nvSpPr>
        <p:spPr>
          <a:xfrm>
            <a:off x="1270000" y="6985000"/>
            <a:ext cx="21844000" cy="2514600"/>
          </a:xfrm>
          <a:prstGeom prst="rect">
            <a:avLst/>
          </a:prstGeom>
        </p:spPr>
        <p:txBody>
          <a:bodyPr/>
          <a:lstStyle>
            <a:lvl1pPr marL="0" indent="0" algn="ctr" defTabSz="825500">
              <a:spcBef>
                <a:spcPts val="0"/>
              </a:spcBef>
              <a:buClrTx/>
              <a:buSzTx/>
              <a:buNone/>
              <a:defRPr sz="6400">
                <a:solidFill>
                  <a:srgbClr val="D5D5D5"/>
                </a:solidFill>
                <a:latin typeface="Avenir Next Medium"/>
                <a:ea typeface="Avenir Next Medium"/>
                <a:cs typeface="Avenir Next Medium"/>
                <a:sym typeface="Avenir Next Medium"/>
              </a:defRPr>
            </a:lvl1pPr>
            <a:lvl2pPr marL="0" indent="0" algn="ctr" defTabSz="825500">
              <a:spcBef>
                <a:spcPts val="0"/>
              </a:spcBef>
              <a:buClrTx/>
              <a:buSzTx/>
              <a:buNone/>
              <a:defRPr sz="6400">
                <a:solidFill>
                  <a:srgbClr val="D5D5D5"/>
                </a:solidFill>
                <a:latin typeface="Avenir Next Medium"/>
                <a:ea typeface="Avenir Next Medium"/>
                <a:cs typeface="Avenir Next Medium"/>
                <a:sym typeface="Avenir Next Medium"/>
              </a:defRPr>
            </a:lvl2pPr>
            <a:lvl3pPr marL="0" indent="0" algn="ctr" defTabSz="825500">
              <a:spcBef>
                <a:spcPts val="0"/>
              </a:spcBef>
              <a:buClrTx/>
              <a:buSzTx/>
              <a:buNone/>
              <a:defRPr sz="6400">
                <a:solidFill>
                  <a:srgbClr val="D5D5D5"/>
                </a:solidFill>
                <a:latin typeface="Avenir Next Medium"/>
                <a:ea typeface="Avenir Next Medium"/>
                <a:cs typeface="Avenir Next Medium"/>
                <a:sym typeface="Avenir Next Medium"/>
              </a:defRPr>
            </a:lvl3pPr>
            <a:lvl4pPr marL="0" indent="0" algn="ctr" defTabSz="825500">
              <a:spcBef>
                <a:spcPts val="0"/>
              </a:spcBef>
              <a:buClrTx/>
              <a:buSzTx/>
              <a:buNone/>
              <a:defRPr sz="6400">
                <a:solidFill>
                  <a:srgbClr val="D5D5D5"/>
                </a:solidFill>
                <a:latin typeface="Avenir Next Medium"/>
                <a:ea typeface="Avenir Next Medium"/>
                <a:cs typeface="Avenir Next Medium"/>
                <a:sym typeface="Avenir Next Medium"/>
              </a:defRPr>
            </a:lvl4pPr>
            <a:lvl5pPr marL="0" indent="0" algn="ctr" defTabSz="825500">
              <a:spcBef>
                <a:spcPts val="0"/>
              </a:spcBef>
              <a:buClrTx/>
              <a:buSzTx/>
              <a:buNone/>
              <a:defRPr sz="6400">
                <a:solidFill>
                  <a:srgbClr val="D5D5D5"/>
                </a:solidFill>
                <a:latin typeface="Avenir Next Medium"/>
                <a:ea typeface="Avenir Next Medium"/>
                <a:cs typeface="Avenir Next Medium"/>
                <a:sym typeface="Avenir Next Medium"/>
              </a:defRPr>
            </a:lvl5pPr>
          </a:lstStyle>
          <a:p>
            <a:pPr/>
            <a:r>
              <a:t>Подзаголовок презентации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25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Заголовок и фото (вариант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Изображение"/>
          <p:cNvSpPr/>
          <p:nvPr>
            <p:ph type="pic" idx="13"/>
          </p:nvPr>
        </p:nvSpPr>
        <p:spPr>
          <a:xfrm>
            <a:off x="7962900" y="-25400"/>
            <a:ext cx="20650200" cy="137668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33" name="Заголовок слайда"/>
          <p:cNvSpPr txBox="1"/>
          <p:nvPr>
            <p:ph type="title" hasCustomPrompt="1"/>
          </p:nvPr>
        </p:nvSpPr>
        <p:spPr>
          <a:xfrm>
            <a:off x="1270000" y="3886200"/>
            <a:ext cx="9652000" cy="3200202"/>
          </a:xfrm>
          <a:prstGeom prst="rect">
            <a:avLst/>
          </a:prstGeom>
        </p:spPr>
        <p:txBody>
          <a:bodyPr/>
          <a:lstStyle/>
          <a:p>
            <a:pPr/>
            <a:r>
              <a:t>Заголовок слайда</a:t>
            </a:r>
          </a:p>
        </p:txBody>
      </p:sp>
      <p:sp>
        <p:nvSpPr>
          <p:cNvPr id="34" name="Уровень текста 1…"/>
          <p:cNvSpPr txBox="1"/>
          <p:nvPr>
            <p:ph type="body" sz="quarter" idx="1" hasCustomPrompt="1"/>
          </p:nvPr>
        </p:nvSpPr>
        <p:spPr>
          <a:xfrm>
            <a:off x="1270000" y="6845300"/>
            <a:ext cx="9652000" cy="5664200"/>
          </a:xfrm>
          <a:prstGeom prst="rect">
            <a:avLst/>
          </a:prstGeom>
        </p:spPr>
        <p:txBody>
          <a:bodyPr/>
          <a:lstStyle>
            <a:lvl1pPr marL="0" indent="0" algn="ctr" defTabSz="825500">
              <a:spcBef>
                <a:spcPts val="0"/>
              </a:spcBef>
              <a:buClrTx/>
              <a:buSzTx/>
              <a:buNone/>
              <a:defRPr sz="5400">
                <a:solidFill>
                  <a:srgbClr val="D5D5D5"/>
                </a:solidFill>
                <a:latin typeface="Avenir Next Medium"/>
                <a:ea typeface="Avenir Next Medium"/>
                <a:cs typeface="Avenir Next Medium"/>
                <a:sym typeface="Avenir Next Medium"/>
              </a:defRPr>
            </a:lvl1pPr>
            <a:lvl2pPr marL="0" indent="0" algn="ctr" defTabSz="825500">
              <a:spcBef>
                <a:spcPts val="0"/>
              </a:spcBef>
              <a:buClrTx/>
              <a:buSzTx/>
              <a:buNone/>
              <a:defRPr sz="5400">
                <a:solidFill>
                  <a:srgbClr val="D5D5D5"/>
                </a:solidFill>
                <a:latin typeface="Avenir Next Medium"/>
                <a:ea typeface="Avenir Next Medium"/>
                <a:cs typeface="Avenir Next Medium"/>
                <a:sym typeface="Avenir Next Medium"/>
              </a:defRPr>
            </a:lvl2pPr>
            <a:lvl3pPr marL="0" indent="0" algn="ctr" defTabSz="825500">
              <a:spcBef>
                <a:spcPts val="0"/>
              </a:spcBef>
              <a:buClrTx/>
              <a:buSzTx/>
              <a:buNone/>
              <a:defRPr sz="5400">
                <a:solidFill>
                  <a:srgbClr val="D5D5D5"/>
                </a:solidFill>
                <a:latin typeface="Avenir Next Medium"/>
                <a:ea typeface="Avenir Next Medium"/>
                <a:cs typeface="Avenir Next Medium"/>
                <a:sym typeface="Avenir Next Medium"/>
              </a:defRPr>
            </a:lvl3pPr>
            <a:lvl4pPr marL="0" indent="0" algn="ctr" defTabSz="825500">
              <a:spcBef>
                <a:spcPts val="0"/>
              </a:spcBef>
              <a:buClrTx/>
              <a:buSzTx/>
              <a:buNone/>
              <a:defRPr sz="5400">
                <a:solidFill>
                  <a:srgbClr val="D5D5D5"/>
                </a:solidFill>
                <a:latin typeface="Avenir Next Medium"/>
                <a:ea typeface="Avenir Next Medium"/>
                <a:cs typeface="Avenir Next Medium"/>
                <a:sym typeface="Avenir Next Medium"/>
              </a:defRPr>
            </a:lvl4pPr>
            <a:lvl5pPr marL="0" indent="0" algn="ctr" defTabSz="825500">
              <a:spcBef>
                <a:spcPts val="0"/>
              </a:spcBef>
              <a:buClrTx/>
              <a:buSzTx/>
              <a:buNone/>
              <a:defRPr sz="5400">
                <a:solidFill>
                  <a:srgbClr val="D5D5D5"/>
                </a:solidFill>
                <a:latin typeface="Avenir Next Medium"/>
                <a:ea typeface="Avenir Next Medium"/>
                <a:cs typeface="Avenir Next Medium"/>
                <a:sym typeface="Avenir Next Medium"/>
              </a:defRPr>
            </a:lvl5pPr>
          </a:lstStyle>
          <a:p>
            <a:pPr/>
            <a:r>
              <a:t>Подзаголовок слайда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35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Заголовок и пункт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Заголовок слайда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Заголовок слайда</a:t>
            </a:r>
          </a:p>
        </p:txBody>
      </p:sp>
      <p:sp>
        <p:nvSpPr>
          <p:cNvPr id="43" name="Подзаголовок слайда"/>
          <p:cNvSpPr txBox="1"/>
          <p:nvPr>
            <p:ph type="body" sz="quarter" idx="13" hasCustomPrompt="1"/>
          </p:nvPr>
        </p:nvSpPr>
        <p:spPr>
          <a:xfrm>
            <a:off x="1270000" y="2133600"/>
            <a:ext cx="21844000" cy="1016000"/>
          </a:xfrm>
          <a:prstGeom prst="rect">
            <a:avLst/>
          </a:prstGeom>
        </p:spPr>
        <p:txBody>
          <a:bodyPr/>
          <a:lstStyle>
            <a:lvl1pPr marL="0" indent="0" algn="ctr" defTabSz="808990">
              <a:spcBef>
                <a:spcPts val="0"/>
              </a:spcBef>
              <a:buClrTx/>
              <a:buSzTx/>
              <a:buNone/>
              <a:defRPr sz="5292">
                <a:solidFill>
                  <a:srgbClr val="D5D5D5"/>
                </a:solidFill>
                <a:latin typeface="Avenir Next Medium"/>
                <a:ea typeface="Avenir Next Medium"/>
                <a:cs typeface="Avenir Next Medium"/>
                <a:sym typeface="Avenir Next Medium"/>
              </a:defRPr>
            </a:lvl1pPr>
          </a:lstStyle>
          <a:p>
            <a:pPr/>
            <a:r>
              <a:t>Подзаголовок слайда</a:t>
            </a:r>
          </a:p>
        </p:txBody>
      </p:sp>
      <p:sp>
        <p:nvSpPr>
          <p:cNvPr id="44" name="Уровень текста 1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Текст пункта на слайде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5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Пункт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Уровень текста 1…"/>
          <p:cNvSpPr txBox="1"/>
          <p:nvPr>
            <p:ph type="body" idx="1" hasCustomPrompt="1"/>
          </p:nvPr>
        </p:nvSpPr>
        <p:spPr>
          <a:xfrm>
            <a:off x="1270000" y="4269316"/>
            <a:ext cx="21844000" cy="8432801"/>
          </a:xfrm>
          <a:prstGeom prst="rect">
            <a:avLst/>
          </a:prstGeom>
        </p:spPr>
        <p:txBody>
          <a:bodyPr numCol="2" spcCol="1092200"/>
          <a:lstStyle/>
          <a:p>
            <a:pPr/>
            <a:r>
              <a:t>Текст пункта на слайде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53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Заголовок, пункты и фот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579215462_1440x2158.jpg"/>
          <p:cNvSpPr/>
          <p:nvPr>
            <p:ph type="pic" idx="13"/>
          </p:nvPr>
        </p:nvSpPr>
        <p:spPr>
          <a:xfrm>
            <a:off x="12204700" y="-2277533"/>
            <a:ext cx="12192000" cy="18271067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61" name="Заголовок слайда"/>
          <p:cNvSpPr txBox="1"/>
          <p:nvPr>
            <p:ph type="title" hasCustomPrompt="1"/>
          </p:nvPr>
        </p:nvSpPr>
        <p:spPr>
          <a:xfrm>
            <a:off x="1270000" y="838200"/>
            <a:ext cx="9652000" cy="1549400"/>
          </a:xfrm>
          <a:prstGeom prst="rect">
            <a:avLst/>
          </a:prstGeom>
        </p:spPr>
        <p:txBody>
          <a:bodyPr/>
          <a:lstStyle/>
          <a:p>
            <a:pPr/>
            <a:r>
              <a:t>Заголовок слайда</a:t>
            </a:r>
          </a:p>
        </p:txBody>
      </p:sp>
      <p:sp>
        <p:nvSpPr>
          <p:cNvPr id="62" name="Уровень текста 1…"/>
          <p:cNvSpPr txBox="1"/>
          <p:nvPr>
            <p:ph type="body" sz="half" idx="1" hasCustomPrompt="1"/>
          </p:nvPr>
        </p:nvSpPr>
        <p:spPr>
          <a:xfrm>
            <a:off x="1270000" y="4267200"/>
            <a:ext cx="9652000" cy="8432800"/>
          </a:xfrm>
          <a:prstGeom prst="rect">
            <a:avLst/>
          </a:prstGeom>
        </p:spPr>
        <p:txBody>
          <a:bodyPr/>
          <a:lstStyle/>
          <a:p>
            <a:pPr/>
            <a:r>
              <a:t>Текст пункта на слайде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63" name="Подзаголовок слайда"/>
          <p:cNvSpPr txBox="1"/>
          <p:nvPr>
            <p:ph type="body" sz="quarter" idx="14" hasCustomPrompt="1"/>
          </p:nvPr>
        </p:nvSpPr>
        <p:spPr>
          <a:xfrm>
            <a:off x="1270000" y="2133600"/>
            <a:ext cx="9652000" cy="1016000"/>
          </a:xfrm>
          <a:prstGeom prst="rect">
            <a:avLst/>
          </a:prstGeom>
        </p:spPr>
        <p:txBody>
          <a:bodyPr/>
          <a:lstStyle>
            <a:lvl1pPr marL="0" indent="0" algn="ctr" defTabSz="808990">
              <a:spcBef>
                <a:spcPts val="0"/>
              </a:spcBef>
              <a:buClrTx/>
              <a:buSzTx/>
              <a:buNone/>
              <a:defRPr sz="5292">
                <a:solidFill>
                  <a:srgbClr val="D5D5D5"/>
                </a:solidFill>
                <a:latin typeface="Avenir Next Medium"/>
                <a:ea typeface="Avenir Next Medium"/>
                <a:cs typeface="Avenir Next Medium"/>
                <a:sym typeface="Avenir Next Medium"/>
              </a:defRPr>
            </a:lvl1pPr>
          </a:lstStyle>
          <a:p>
            <a:pPr/>
            <a:r>
              <a:t>Подзаголовок слайда</a:t>
            </a:r>
          </a:p>
        </p:txBody>
      </p:sp>
      <p:sp>
        <p:nvSpPr>
          <p:cNvPr id="64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Раздел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Заголовок раздела"/>
          <p:cNvSpPr txBox="1"/>
          <p:nvPr>
            <p:ph type="title" hasCustomPrompt="1"/>
          </p:nvPr>
        </p:nvSpPr>
        <p:spPr>
          <a:xfrm>
            <a:off x="1270000" y="3289300"/>
            <a:ext cx="21844000" cy="3873500"/>
          </a:xfrm>
          <a:prstGeom prst="rect">
            <a:avLst/>
          </a:prstGeom>
        </p:spPr>
        <p:txBody>
          <a:bodyPr/>
          <a:lstStyle>
            <a:lvl1pPr>
              <a:lnSpc>
                <a:spcPct val="90000"/>
              </a:lnSpc>
              <a:defRPr spc="-348" sz="11600">
                <a:gradFill flip="none" rotWithShape="1">
                  <a:gsLst>
                    <a:gs pos="0">
                      <a:srgbClr val="00FF00"/>
                    </a:gs>
                    <a:gs pos="100000">
                      <a:srgbClr val="007DFF"/>
                    </a:gs>
                  </a:gsLst>
                  <a:lin ang="3965999" scaled="0"/>
                </a:gradFill>
              </a:defRPr>
            </a:lvl1pPr>
          </a:lstStyle>
          <a:p>
            <a:pPr/>
            <a:r>
              <a:t>Заголовок раздела</a:t>
            </a:r>
          </a:p>
        </p:txBody>
      </p:sp>
      <p:sp>
        <p:nvSpPr>
          <p:cNvPr id="72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Заголовок слайда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Заголовок слайда</a:t>
            </a:r>
          </a:p>
        </p:txBody>
      </p:sp>
      <p:sp>
        <p:nvSpPr>
          <p:cNvPr id="80" name="Подзаголовок слайда"/>
          <p:cNvSpPr txBox="1"/>
          <p:nvPr>
            <p:ph type="body" sz="quarter" idx="13" hasCustomPrompt="1"/>
          </p:nvPr>
        </p:nvSpPr>
        <p:spPr>
          <a:xfrm>
            <a:off x="1270000" y="2133600"/>
            <a:ext cx="21844000" cy="1016000"/>
          </a:xfrm>
          <a:prstGeom prst="rect">
            <a:avLst/>
          </a:prstGeom>
        </p:spPr>
        <p:txBody>
          <a:bodyPr/>
          <a:lstStyle>
            <a:lvl1pPr marL="0" indent="0" algn="ctr" defTabSz="808990">
              <a:spcBef>
                <a:spcPts val="0"/>
              </a:spcBef>
              <a:buClrTx/>
              <a:buSzTx/>
              <a:buNone/>
              <a:defRPr sz="5292">
                <a:solidFill>
                  <a:srgbClr val="D5D5D5"/>
                </a:solidFill>
                <a:latin typeface="Avenir Next Medium"/>
                <a:ea typeface="Avenir Next Medium"/>
                <a:cs typeface="Avenir Next Medium"/>
                <a:sym typeface="Avenir Next Medium"/>
              </a:defRPr>
            </a:lvl1pPr>
          </a:lstStyle>
          <a:p>
            <a:pPr/>
            <a:r>
              <a:t>Подзаголовок слайда</a:t>
            </a:r>
          </a:p>
        </p:txBody>
      </p:sp>
      <p:sp>
        <p:nvSpPr>
          <p:cNvPr id="81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Повестка дн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Заголовок повестки дня"/>
          <p:cNvSpPr txBox="1"/>
          <p:nvPr>
            <p:ph type="title" hasCustomPrompt="1"/>
          </p:nvPr>
        </p:nvSpPr>
        <p:spPr>
          <a:xfrm>
            <a:off x="1270000" y="812800"/>
            <a:ext cx="21844000" cy="1562100"/>
          </a:xfrm>
          <a:prstGeom prst="rect">
            <a:avLst/>
          </a:prstGeom>
        </p:spPr>
        <p:txBody>
          <a:bodyPr/>
          <a:lstStyle/>
          <a:p>
            <a:pPr/>
            <a:r>
              <a:t>Заголовок повестки дня</a:t>
            </a:r>
          </a:p>
        </p:txBody>
      </p:sp>
      <p:sp>
        <p:nvSpPr>
          <p:cNvPr id="89" name="Подзаголовок повестки дня"/>
          <p:cNvSpPr txBox="1"/>
          <p:nvPr>
            <p:ph type="body" sz="quarter" idx="13" hasCustomPrompt="1"/>
          </p:nvPr>
        </p:nvSpPr>
        <p:spPr>
          <a:xfrm>
            <a:off x="1270000" y="2133600"/>
            <a:ext cx="21844000" cy="1016000"/>
          </a:xfrm>
          <a:prstGeom prst="rect">
            <a:avLst/>
          </a:prstGeom>
        </p:spPr>
        <p:txBody>
          <a:bodyPr/>
          <a:lstStyle>
            <a:lvl1pPr marL="0" indent="0" algn="ctr" defTabSz="808990">
              <a:spcBef>
                <a:spcPts val="0"/>
              </a:spcBef>
              <a:buClrTx/>
              <a:buSzTx/>
              <a:buNone/>
              <a:defRPr sz="5292">
                <a:solidFill>
                  <a:srgbClr val="D5D5D5"/>
                </a:solidFill>
                <a:latin typeface="Avenir Next Medium"/>
                <a:ea typeface="Avenir Next Medium"/>
                <a:cs typeface="Avenir Next Medium"/>
                <a:sym typeface="Avenir Next Medium"/>
              </a:defRPr>
            </a:lvl1pPr>
          </a:lstStyle>
          <a:p>
            <a:pPr/>
            <a:r>
              <a:t>Подзаголовок повестки дня</a:t>
            </a:r>
          </a:p>
        </p:txBody>
      </p:sp>
      <p:sp>
        <p:nvSpPr>
          <p:cNvPr id="90" name="Уровень текста 1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>
            <a:lvl1pPr marL="0" indent="0" defTabSz="825500">
              <a:buClrTx/>
              <a:buSzTx/>
              <a:buNone/>
              <a:defRPr spc="-55" sz="5500"/>
            </a:lvl1pPr>
            <a:lvl2pPr marL="0" indent="0" defTabSz="825500">
              <a:buClrTx/>
              <a:buSzTx/>
              <a:buNone/>
              <a:defRPr spc="-55" sz="5500"/>
            </a:lvl2pPr>
            <a:lvl3pPr marL="0" indent="0" defTabSz="825500">
              <a:buClrTx/>
              <a:buSzTx/>
              <a:buNone/>
              <a:defRPr spc="-55" sz="5500"/>
            </a:lvl3pPr>
            <a:lvl4pPr marL="0" indent="0" defTabSz="825500">
              <a:buClrTx/>
              <a:buSzTx/>
              <a:buNone/>
              <a:defRPr spc="-55" sz="5500"/>
            </a:lvl4pPr>
            <a:lvl5pPr marL="0" indent="0" defTabSz="825500">
              <a:buClrTx/>
              <a:buSzTx/>
              <a:buNone/>
              <a:defRPr spc="-55" sz="5500"/>
            </a:lvl5pPr>
          </a:lstStyle>
          <a:p>
            <a:pPr/>
            <a:r>
              <a:t>Темы повестки дня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91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Информационное сообщ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Уровень текста 1…"/>
          <p:cNvSpPr txBox="1"/>
          <p:nvPr>
            <p:ph type="body" sz="half" idx="1" hasCustomPrompt="1"/>
          </p:nvPr>
        </p:nvSpPr>
        <p:spPr>
          <a:xfrm>
            <a:off x="1270000" y="4546600"/>
            <a:ext cx="21844000" cy="4678065"/>
          </a:xfrm>
          <a:prstGeom prst="rect">
            <a:avLst/>
          </a:prstGeom>
        </p:spPr>
        <p:txBody>
          <a:bodyPr anchor="ctr"/>
          <a:lstStyle>
            <a:lvl1pPr marL="0" indent="0" algn="ctr">
              <a:spcBef>
                <a:spcPts val="0"/>
              </a:spcBef>
              <a:buClrTx/>
              <a:buSzTx/>
              <a:buNone/>
              <a:defRPr spc="-252" sz="8400">
                <a:gradFill flip="none" rotWithShape="1">
                  <a:gsLst>
                    <a:gs pos="0">
                      <a:srgbClr val="FFFFFF"/>
                    </a:gs>
                    <a:gs pos="100000">
                      <a:srgbClr val="929292"/>
                    </a:gs>
                  </a:gsLst>
                  <a:lin ang="5400000" scaled="0"/>
                </a:gradFill>
                <a:latin typeface="Avenir Next Medium"/>
                <a:ea typeface="Avenir Next Medium"/>
                <a:cs typeface="Avenir Next Medium"/>
                <a:sym typeface="Avenir Next Medium"/>
              </a:defRPr>
            </a:lvl1pPr>
            <a:lvl2pPr marL="0" indent="0" algn="ctr">
              <a:spcBef>
                <a:spcPts val="0"/>
              </a:spcBef>
              <a:buClrTx/>
              <a:buSzTx/>
              <a:buNone/>
              <a:defRPr spc="-252" sz="8400">
                <a:gradFill flip="none" rotWithShape="1">
                  <a:gsLst>
                    <a:gs pos="0">
                      <a:srgbClr val="FFFFFF"/>
                    </a:gs>
                    <a:gs pos="100000">
                      <a:srgbClr val="929292"/>
                    </a:gs>
                  </a:gsLst>
                  <a:lin ang="5400000" scaled="0"/>
                </a:gradFill>
                <a:latin typeface="Avenir Next Medium"/>
                <a:ea typeface="Avenir Next Medium"/>
                <a:cs typeface="Avenir Next Medium"/>
                <a:sym typeface="Avenir Next Medium"/>
              </a:defRPr>
            </a:lvl2pPr>
            <a:lvl3pPr marL="0" indent="0" algn="ctr">
              <a:spcBef>
                <a:spcPts val="0"/>
              </a:spcBef>
              <a:buClrTx/>
              <a:buSzTx/>
              <a:buNone/>
              <a:defRPr spc="-252" sz="8400">
                <a:gradFill flip="none" rotWithShape="1">
                  <a:gsLst>
                    <a:gs pos="0">
                      <a:srgbClr val="FFFFFF"/>
                    </a:gs>
                    <a:gs pos="100000">
                      <a:srgbClr val="929292"/>
                    </a:gs>
                  </a:gsLst>
                  <a:lin ang="5400000" scaled="0"/>
                </a:gradFill>
                <a:latin typeface="Avenir Next Medium"/>
                <a:ea typeface="Avenir Next Medium"/>
                <a:cs typeface="Avenir Next Medium"/>
                <a:sym typeface="Avenir Next Medium"/>
              </a:defRPr>
            </a:lvl3pPr>
            <a:lvl4pPr marL="0" indent="0" algn="ctr">
              <a:spcBef>
                <a:spcPts val="0"/>
              </a:spcBef>
              <a:buClrTx/>
              <a:buSzTx/>
              <a:buNone/>
              <a:defRPr spc="-252" sz="8400">
                <a:gradFill flip="none" rotWithShape="1">
                  <a:gsLst>
                    <a:gs pos="0">
                      <a:srgbClr val="FFFFFF"/>
                    </a:gs>
                    <a:gs pos="100000">
                      <a:srgbClr val="929292"/>
                    </a:gs>
                  </a:gsLst>
                  <a:lin ang="5400000" scaled="0"/>
                </a:gradFill>
                <a:latin typeface="Avenir Next Medium"/>
                <a:ea typeface="Avenir Next Medium"/>
                <a:cs typeface="Avenir Next Medium"/>
                <a:sym typeface="Avenir Next Medium"/>
              </a:defRPr>
            </a:lvl4pPr>
            <a:lvl5pPr marL="0" indent="0" algn="ctr">
              <a:spcBef>
                <a:spcPts val="0"/>
              </a:spcBef>
              <a:buClrTx/>
              <a:buSzTx/>
              <a:buNone/>
              <a:defRPr spc="-252" sz="8400">
                <a:gradFill flip="none" rotWithShape="1">
                  <a:gsLst>
                    <a:gs pos="0">
                      <a:srgbClr val="FFFFFF"/>
                    </a:gs>
                    <a:gs pos="100000">
                      <a:srgbClr val="929292"/>
                    </a:gs>
                  </a:gsLst>
                  <a:lin ang="5400000" scaled="0"/>
                </a:gradFill>
                <a:latin typeface="Avenir Next Medium"/>
                <a:ea typeface="Avenir Next Medium"/>
                <a:cs typeface="Avenir Next Medium"/>
                <a:sym typeface="Avenir Next Medium"/>
              </a:defRPr>
            </a:lvl5pPr>
          </a:lstStyle>
          <a:p>
            <a:pPr/>
            <a:r>
              <a:t>Информационное сообщение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99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Важный фа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Уровень текста 1…"/>
          <p:cNvSpPr txBox="1"/>
          <p:nvPr>
            <p:ph type="body" sz="half" idx="1" hasCustomPrompt="1"/>
          </p:nvPr>
        </p:nvSpPr>
        <p:spPr>
          <a:xfrm>
            <a:off x="1270000" y="3906096"/>
            <a:ext cx="21844000" cy="4488604"/>
          </a:xfrm>
          <a:prstGeom prst="rect">
            <a:avLst/>
          </a:prstGeom>
        </p:spPr>
        <p:txBody>
          <a:bodyPr anchor="b"/>
          <a:lstStyle>
            <a:lvl1pPr marL="0" indent="0" algn="ctr" defTabSz="2438338">
              <a:lnSpc>
                <a:spcPct val="80000"/>
              </a:lnSpc>
              <a:spcBef>
                <a:spcPts val="0"/>
              </a:spcBef>
              <a:buClrTx/>
              <a:buSzTx/>
              <a:buNone/>
              <a:defRPr spc="-448" sz="22400">
                <a:gradFill flip="none" rotWithShape="1">
                  <a:gsLst>
                    <a:gs pos="0">
                      <a:srgbClr val="00E8FF"/>
                    </a:gs>
                    <a:gs pos="100000">
                      <a:srgbClr val="FF00F7"/>
                    </a:gs>
                  </a:gsLst>
                  <a:lin ang="3967761" scaled="0"/>
                </a:gradFill>
                <a:latin typeface="+mn-lt"/>
                <a:ea typeface="+mn-ea"/>
                <a:cs typeface="+mn-cs"/>
                <a:sym typeface="Avenir Next Demi Bold"/>
              </a:defRPr>
            </a:lvl1pPr>
            <a:lvl2pPr marL="0" indent="0" algn="ctr" defTabSz="2438338">
              <a:lnSpc>
                <a:spcPct val="80000"/>
              </a:lnSpc>
              <a:spcBef>
                <a:spcPts val="0"/>
              </a:spcBef>
              <a:buClrTx/>
              <a:buSzTx/>
              <a:buNone/>
              <a:defRPr spc="-448" sz="22400">
                <a:gradFill flip="none" rotWithShape="1">
                  <a:gsLst>
                    <a:gs pos="0">
                      <a:srgbClr val="00E8FF"/>
                    </a:gs>
                    <a:gs pos="100000">
                      <a:srgbClr val="FF00F7"/>
                    </a:gs>
                  </a:gsLst>
                  <a:lin ang="3967761" scaled="0"/>
                </a:gradFill>
                <a:latin typeface="+mn-lt"/>
                <a:ea typeface="+mn-ea"/>
                <a:cs typeface="+mn-cs"/>
                <a:sym typeface="Avenir Next Demi Bold"/>
              </a:defRPr>
            </a:lvl2pPr>
            <a:lvl3pPr marL="0" indent="0" algn="ctr" defTabSz="2438338">
              <a:lnSpc>
                <a:spcPct val="80000"/>
              </a:lnSpc>
              <a:spcBef>
                <a:spcPts val="0"/>
              </a:spcBef>
              <a:buClrTx/>
              <a:buSzTx/>
              <a:buNone/>
              <a:defRPr spc="-448" sz="22400">
                <a:gradFill flip="none" rotWithShape="1">
                  <a:gsLst>
                    <a:gs pos="0">
                      <a:srgbClr val="00E8FF"/>
                    </a:gs>
                    <a:gs pos="100000">
                      <a:srgbClr val="FF00F7"/>
                    </a:gs>
                  </a:gsLst>
                  <a:lin ang="3967761" scaled="0"/>
                </a:gradFill>
                <a:latin typeface="+mn-lt"/>
                <a:ea typeface="+mn-ea"/>
                <a:cs typeface="+mn-cs"/>
                <a:sym typeface="Avenir Next Demi Bold"/>
              </a:defRPr>
            </a:lvl3pPr>
            <a:lvl4pPr marL="0" indent="0" algn="ctr" defTabSz="2438338">
              <a:lnSpc>
                <a:spcPct val="80000"/>
              </a:lnSpc>
              <a:spcBef>
                <a:spcPts val="0"/>
              </a:spcBef>
              <a:buClrTx/>
              <a:buSzTx/>
              <a:buNone/>
              <a:defRPr spc="-448" sz="22400">
                <a:gradFill flip="none" rotWithShape="1">
                  <a:gsLst>
                    <a:gs pos="0">
                      <a:srgbClr val="00E8FF"/>
                    </a:gs>
                    <a:gs pos="100000">
                      <a:srgbClr val="FF00F7"/>
                    </a:gs>
                  </a:gsLst>
                  <a:lin ang="3967761" scaled="0"/>
                </a:gradFill>
                <a:latin typeface="+mn-lt"/>
                <a:ea typeface="+mn-ea"/>
                <a:cs typeface="+mn-cs"/>
                <a:sym typeface="Avenir Next Demi Bold"/>
              </a:defRPr>
            </a:lvl4pPr>
            <a:lvl5pPr marL="0" indent="0" algn="ctr" defTabSz="2438338">
              <a:lnSpc>
                <a:spcPct val="80000"/>
              </a:lnSpc>
              <a:spcBef>
                <a:spcPts val="0"/>
              </a:spcBef>
              <a:buClrTx/>
              <a:buSzTx/>
              <a:buNone/>
              <a:defRPr spc="-448" sz="22400">
                <a:gradFill flip="none" rotWithShape="1">
                  <a:gsLst>
                    <a:gs pos="0">
                      <a:srgbClr val="00E8FF"/>
                    </a:gs>
                    <a:gs pos="100000">
                      <a:srgbClr val="FF00F7"/>
                    </a:gs>
                  </a:gsLst>
                  <a:lin ang="3967761" scaled="0"/>
                </a:gradFill>
                <a:latin typeface="+mn-lt"/>
                <a:ea typeface="+mn-ea"/>
                <a:cs typeface="+mn-cs"/>
                <a:sym typeface="Avenir Next Demi Bold"/>
              </a:defRPr>
            </a:lvl5pPr>
          </a:lstStyle>
          <a:p>
            <a:pPr/>
            <a:r>
              <a:t>100 %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07" name="Информация о факте"/>
          <p:cNvSpPr txBox="1"/>
          <p:nvPr>
            <p:ph type="body" sz="quarter" idx="13" hasCustomPrompt="1"/>
          </p:nvPr>
        </p:nvSpPr>
        <p:spPr>
          <a:xfrm>
            <a:off x="1270000" y="8521700"/>
            <a:ext cx="21844000" cy="1016000"/>
          </a:xfrm>
          <a:prstGeom prst="rect">
            <a:avLst/>
          </a:prstGeom>
        </p:spPr>
        <p:txBody>
          <a:bodyPr/>
          <a:lstStyle>
            <a:lvl1pPr marL="0" indent="0" algn="ctr" defTabSz="825500">
              <a:spcBef>
                <a:spcPts val="0"/>
              </a:spcBef>
              <a:buClrTx/>
              <a:buSzTx/>
              <a:buNone/>
              <a:defRPr sz="4400">
                <a:solidFill>
                  <a:srgbClr val="D5D5D5"/>
                </a:solidFill>
                <a:latin typeface="Avenir Next Medium"/>
                <a:ea typeface="Avenir Next Medium"/>
                <a:cs typeface="Avenir Next Medium"/>
                <a:sym typeface="Avenir Next Medium"/>
              </a:defRPr>
            </a:lvl1pPr>
          </a:lstStyle>
          <a:p>
            <a:pPr/>
            <a:r>
              <a:t>Информация о факте</a:t>
            </a:r>
          </a:p>
        </p:txBody>
      </p:sp>
      <p:sp>
        <p:nvSpPr>
          <p:cNvPr id="108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Цита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Авторство"/>
          <p:cNvSpPr txBox="1"/>
          <p:nvPr>
            <p:ph type="body" sz="quarter" idx="13" hasCustomPrompt="1"/>
          </p:nvPr>
        </p:nvSpPr>
        <p:spPr>
          <a:xfrm>
            <a:off x="1270000" y="11155086"/>
            <a:ext cx="21844000" cy="832613"/>
          </a:xfrm>
          <a:prstGeom prst="rect">
            <a:avLst/>
          </a:prstGeom>
        </p:spPr>
        <p:txBody>
          <a:bodyPr anchor="ctr"/>
          <a:lstStyle>
            <a:lvl1pPr marL="0" indent="0" algn="ctr" defTabSz="792479">
              <a:spcBef>
                <a:spcPts val="0"/>
              </a:spcBef>
              <a:buClrTx/>
              <a:buSzTx/>
              <a:buNone/>
              <a:defRPr sz="4224">
                <a:solidFill>
                  <a:srgbClr val="D5D5D5"/>
                </a:solidFill>
                <a:latin typeface="Avenir Next Medium"/>
                <a:ea typeface="Avenir Next Medium"/>
                <a:cs typeface="Avenir Next Medium"/>
                <a:sym typeface="Avenir Next Medium"/>
              </a:defRPr>
            </a:lvl1pPr>
          </a:lstStyle>
          <a:p>
            <a:pPr/>
            <a:r>
              <a:t>Авторство</a:t>
            </a:r>
          </a:p>
        </p:txBody>
      </p:sp>
      <p:sp>
        <p:nvSpPr>
          <p:cNvPr id="116" name="Уровень текста 1…"/>
          <p:cNvSpPr txBox="1"/>
          <p:nvPr>
            <p:ph type="body" sz="half" idx="1" hasCustomPrompt="1"/>
          </p:nvPr>
        </p:nvSpPr>
        <p:spPr>
          <a:xfrm>
            <a:off x="1270000" y="4659369"/>
            <a:ext cx="21844000" cy="4394201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80000"/>
              </a:lnSpc>
              <a:spcBef>
                <a:spcPts val="0"/>
              </a:spcBef>
              <a:buClrTx/>
              <a:buSzTx/>
              <a:buNone/>
              <a:defRPr spc="-168" sz="8400">
                <a:gradFill flip="none" rotWithShape="1">
                  <a:gsLst>
                    <a:gs pos="0">
                      <a:srgbClr val="FF00D8"/>
                    </a:gs>
                    <a:gs pos="100000">
                      <a:srgbClr val="FFFD00"/>
                    </a:gs>
                  </a:gsLst>
                  <a:lin ang="2700000" scaled="0"/>
                </a:gradFill>
                <a:latin typeface="+mn-lt"/>
                <a:ea typeface="+mn-ea"/>
                <a:cs typeface="+mn-cs"/>
                <a:sym typeface="Avenir Next Demi Bold"/>
              </a:defRPr>
            </a:lvl1pPr>
            <a:lvl2pPr marL="0" indent="0" algn="ctr">
              <a:lnSpc>
                <a:spcPct val="80000"/>
              </a:lnSpc>
              <a:spcBef>
                <a:spcPts val="0"/>
              </a:spcBef>
              <a:buClrTx/>
              <a:buSzTx/>
              <a:buNone/>
              <a:defRPr spc="-168" sz="8400">
                <a:gradFill flip="none" rotWithShape="1">
                  <a:gsLst>
                    <a:gs pos="0">
                      <a:srgbClr val="FF00D8"/>
                    </a:gs>
                    <a:gs pos="100000">
                      <a:srgbClr val="FFFD00"/>
                    </a:gs>
                  </a:gsLst>
                  <a:lin ang="2700000" scaled="0"/>
                </a:gradFill>
                <a:latin typeface="+mn-lt"/>
                <a:ea typeface="+mn-ea"/>
                <a:cs typeface="+mn-cs"/>
                <a:sym typeface="Avenir Next Demi Bold"/>
              </a:defRPr>
            </a:lvl2pPr>
            <a:lvl3pPr marL="0" indent="0" algn="ctr">
              <a:lnSpc>
                <a:spcPct val="80000"/>
              </a:lnSpc>
              <a:spcBef>
                <a:spcPts val="0"/>
              </a:spcBef>
              <a:buClrTx/>
              <a:buSzTx/>
              <a:buNone/>
              <a:defRPr spc="-168" sz="8400">
                <a:gradFill flip="none" rotWithShape="1">
                  <a:gsLst>
                    <a:gs pos="0">
                      <a:srgbClr val="FF00D8"/>
                    </a:gs>
                    <a:gs pos="100000">
                      <a:srgbClr val="FFFD00"/>
                    </a:gs>
                  </a:gsLst>
                  <a:lin ang="2700000" scaled="0"/>
                </a:gradFill>
                <a:latin typeface="+mn-lt"/>
                <a:ea typeface="+mn-ea"/>
                <a:cs typeface="+mn-cs"/>
                <a:sym typeface="Avenir Next Demi Bold"/>
              </a:defRPr>
            </a:lvl3pPr>
            <a:lvl4pPr marL="0" indent="0" algn="ctr">
              <a:lnSpc>
                <a:spcPct val="80000"/>
              </a:lnSpc>
              <a:spcBef>
                <a:spcPts val="0"/>
              </a:spcBef>
              <a:buClrTx/>
              <a:buSzTx/>
              <a:buNone/>
              <a:defRPr spc="-168" sz="8400">
                <a:gradFill flip="none" rotWithShape="1">
                  <a:gsLst>
                    <a:gs pos="0">
                      <a:srgbClr val="FF00D8"/>
                    </a:gs>
                    <a:gs pos="100000">
                      <a:srgbClr val="FFFD00"/>
                    </a:gs>
                  </a:gsLst>
                  <a:lin ang="2700000" scaled="0"/>
                </a:gradFill>
                <a:latin typeface="+mn-lt"/>
                <a:ea typeface="+mn-ea"/>
                <a:cs typeface="+mn-cs"/>
                <a:sym typeface="Avenir Next Demi Bold"/>
              </a:defRPr>
            </a:lvl4pPr>
            <a:lvl5pPr marL="0" indent="0" algn="ctr">
              <a:lnSpc>
                <a:spcPct val="80000"/>
              </a:lnSpc>
              <a:spcBef>
                <a:spcPts val="0"/>
              </a:spcBef>
              <a:buClrTx/>
              <a:buSzTx/>
              <a:buNone/>
              <a:defRPr spc="-168" sz="8400">
                <a:gradFill flip="none" rotWithShape="1">
                  <a:gsLst>
                    <a:gs pos="0">
                      <a:srgbClr val="FF00D8"/>
                    </a:gs>
                    <a:gs pos="100000">
                      <a:srgbClr val="FFFD00"/>
                    </a:gs>
                  </a:gsLst>
                  <a:lin ang="2700000" scaled="0"/>
                </a:gradFill>
                <a:latin typeface="+mn-lt"/>
                <a:ea typeface="+mn-ea"/>
                <a:cs typeface="+mn-cs"/>
                <a:sym typeface="Avenir Next Demi Bold"/>
              </a:defRPr>
            </a:lvl5pPr>
          </a:lstStyle>
          <a:p>
            <a:pPr/>
            <a:r>
              <a:t>«Важная цитата»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17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Фото (3 шт.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482346840_2880x1920.jpg"/>
          <p:cNvSpPr/>
          <p:nvPr>
            <p:ph type="pic" sz="half" idx="13"/>
          </p:nvPr>
        </p:nvSpPr>
        <p:spPr>
          <a:xfrm>
            <a:off x="12192000" y="6229350"/>
            <a:ext cx="12192000" cy="81280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25" name="908252162_2439x1626.jpg"/>
          <p:cNvSpPr/>
          <p:nvPr>
            <p:ph type="pic" sz="half" idx="14"/>
          </p:nvPr>
        </p:nvSpPr>
        <p:spPr>
          <a:xfrm>
            <a:off x="12192000" y="-641351"/>
            <a:ext cx="12192000" cy="8128001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26" name="579215462_1440x2158.jpg"/>
          <p:cNvSpPr/>
          <p:nvPr>
            <p:ph type="pic" idx="15"/>
          </p:nvPr>
        </p:nvSpPr>
        <p:spPr>
          <a:xfrm>
            <a:off x="-1" y="-2258501"/>
            <a:ext cx="12166601" cy="18233003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27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Фот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Изображение"/>
          <p:cNvSpPr/>
          <p:nvPr>
            <p:ph type="pic" idx="13"/>
          </p:nvPr>
        </p:nvSpPr>
        <p:spPr>
          <a:xfrm>
            <a:off x="0" y="-1270000"/>
            <a:ext cx="24384000" cy="162560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35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Пусто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gradFill flip="none" rotWithShape="1">
          <a:gsLst>
            <a:gs pos="0">
              <a:srgbClr val="000000"/>
            </a:gs>
            <a:gs pos="100000">
              <a:srgbClr val="3B3B3B"/>
            </a:gs>
          </a:gsLst>
          <a:lin ang="5400000" scaled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слайда"/>
          <p:cNvSpPr txBox="1"/>
          <p:nvPr>
            <p:ph type="title" hasCustomPrompt="1"/>
          </p:nvPr>
        </p:nvSpPr>
        <p:spPr>
          <a:xfrm>
            <a:off x="1270000" y="812800"/>
            <a:ext cx="21844000" cy="15574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b">
            <a:normAutofit fontScale="100000" lnSpcReduction="0"/>
          </a:bodyPr>
          <a:lstStyle/>
          <a:p>
            <a:pPr/>
            <a:r>
              <a:t>Заголовок слайда</a:t>
            </a:r>
          </a:p>
        </p:txBody>
      </p:sp>
      <p:sp>
        <p:nvSpPr>
          <p:cNvPr id="3" name="Уровень текста 1…"/>
          <p:cNvSpPr txBox="1"/>
          <p:nvPr>
            <p:ph type="body" idx="1" hasCustomPrompt="1"/>
          </p:nvPr>
        </p:nvSpPr>
        <p:spPr>
          <a:xfrm>
            <a:off x="1270000" y="4267200"/>
            <a:ext cx="21844000" cy="8432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Текст пункта на слайде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" name="Номер слайда"/>
          <p:cNvSpPr txBox="1"/>
          <p:nvPr>
            <p:ph type="sldNum" sz="quarter" idx="2"/>
          </p:nvPr>
        </p:nvSpPr>
        <p:spPr>
          <a:xfrm>
            <a:off x="11966448" y="13065506"/>
            <a:ext cx="438405" cy="482601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 algn="ctr" defTabSz="825500">
              <a:spcBef>
                <a:spcPts val="0"/>
              </a:spcBef>
              <a:defRPr sz="2200"/>
            </a:lvl1pPr>
          </a:lstStyle>
          <a:p>
            <a:pPr/>
            <a:fld id="{86CB4B4D-7CA3-9044-876B-883B54F8677D}" type="slidenum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</p:sldLayoutIdLst>
  <p:transition xmlns:p14="http://schemas.microsoft.com/office/powerpoint/2010/main" spd="med" advClick="1"/>
  <p:txStyles>
    <p:titleStyle>
      <a:lvl1pPr marL="0" marR="0" indent="0" algn="ctr" defTabSz="8255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252" strike="noStrike" sz="8400" u="none">
          <a:gradFill flip="none" rotWithShape="1">
            <a:gsLst>
              <a:gs pos="0">
                <a:srgbClr val="FFFFFF"/>
              </a:gs>
              <a:gs pos="100000">
                <a:srgbClr val="929292"/>
              </a:gs>
            </a:gsLst>
            <a:lin ang="5400000" scaled="0"/>
          </a:gradFill>
          <a:uFillTx/>
          <a:latin typeface="+mn-lt"/>
          <a:ea typeface="+mn-ea"/>
          <a:cs typeface="+mn-cs"/>
          <a:sym typeface="Avenir Next Demi Bold"/>
        </a:defRPr>
      </a:lvl1pPr>
      <a:lvl2pPr marL="0" marR="0" indent="0" algn="ctr" defTabSz="8255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252" strike="noStrike" sz="8400" u="none">
          <a:gradFill flip="none" rotWithShape="1">
            <a:gsLst>
              <a:gs pos="0">
                <a:srgbClr val="FFFFFF"/>
              </a:gs>
              <a:gs pos="100000">
                <a:srgbClr val="929292"/>
              </a:gs>
            </a:gsLst>
            <a:lin ang="5400000" scaled="0"/>
          </a:gradFill>
          <a:uFillTx/>
          <a:latin typeface="+mn-lt"/>
          <a:ea typeface="+mn-ea"/>
          <a:cs typeface="+mn-cs"/>
          <a:sym typeface="Avenir Next Demi Bold"/>
        </a:defRPr>
      </a:lvl2pPr>
      <a:lvl3pPr marL="0" marR="0" indent="0" algn="ctr" defTabSz="8255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252" strike="noStrike" sz="8400" u="none">
          <a:gradFill flip="none" rotWithShape="1">
            <a:gsLst>
              <a:gs pos="0">
                <a:srgbClr val="FFFFFF"/>
              </a:gs>
              <a:gs pos="100000">
                <a:srgbClr val="929292"/>
              </a:gs>
            </a:gsLst>
            <a:lin ang="5400000" scaled="0"/>
          </a:gradFill>
          <a:uFillTx/>
          <a:latin typeface="+mn-lt"/>
          <a:ea typeface="+mn-ea"/>
          <a:cs typeface="+mn-cs"/>
          <a:sym typeface="Avenir Next Demi Bold"/>
        </a:defRPr>
      </a:lvl3pPr>
      <a:lvl4pPr marL="0" marR="0" indent="0" algn="ctr" defTabSz="8255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252" strike="noStrike" sz="8400" u="none">
          <a:gradFill flip="none" rotWithShape="1">
            <a:gsLst>
              <a:gs pos="0">
                <a:srgbClr val="FFFFFF"/>
              </a:gs>
              <a:gs pos="100000">
                <a:srgbClr val="929292"/>
              </a:gs>
            </a:gsLst>
            <a:lin ang="5400000" scaled="0"/>
          </a:gradFill>
          <a:uFillTx/>
          <a:latin typeface="+mn-lt"/>
          <a:ea typeface="+mn-ea"/>
          <a:cs typeface="+mn-cs"/>
          <a:sym typeface="Avenir Next Demi Bold"/>
        </a:defRPr>
      </a:lvl4pPr>
      <a:lvl5pPr marL="0" marR="0" indent="0" algn="ctr" defTabSz="8255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252" strike="noStrike" sz="8400" u="none">
          <a:gradFill flip="none" rotWithShape="1">
            <a:gsLst>
              <a:gs pos="0">
                <a:srgbClr val="FFFFFF"/>
              </a:gs>
              <a:gs pos="100000">
                <a:srgbClr val="929292"/>
              </a:gs>
            </a:gsLst>
            <a:lin ang="5400000" scaled="0"/>
          </a:gradFill>
          <a:uFillTx/>
          <a:latin typeface="+mn-lt"/>
          <a:ea typeface="+mn-ea"/>
          <a:cs typeface="+mn-cs"/>
          <a:sym typeface="Avenir Next Demi Bold"/>
        </a:defRPr>
      </a:lvl5pPr>
      <a:lvl6pPr marL="0" marR="0" indent="0" algn="ctr" defTabSz="8255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252" strike="noStrike" sz="8400" u="none">
          <a:gradFill flip="none" rotWithShape="1">
            <a:gsLst>
              <a:gs pos="0">
                <a:srgbClr val="FFFFFF"/>
              </a:gs>
              <a:gs pos="100000">
                <a:srgbClr val="929292"/>
              </a:gs>
            </a:gsLst>
            <a:lin ang="5400000" scaled="0"/>
          </a:gradFill>
          <a:uFillTx/>
          <a:latin typeface="+mn-lt"/>
          <a:ea typeface="+mn-ea"/>
          <a:cs typeface="+mn-cs"/>
          <a:sym typeface="Avenir Next Demi Bold"/>
        </a:defRPr>
      </a:lvl6pPr>
      <a:lvl7pPr marL="0" marR="0" indent="0" algn="ctr" defTabSz="8255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252" strike="noStrike" sz="8400" u="none">
          <a:gradFill flip="none" rotWithShape="1">
            <a:gsLst>
              <a:gs pos="0">
                <a:srgbClr val="FFFFFF"/>
              </a:gs>
              <a:gs pos="100000">
                <a:srgbClr val="929292"/>
              </a:gs>
            </a:gsLst>
            <a:lin ang="5400000" scaled="0"/>
          </a:gradFill>
          <a:uFillTx/>
          <a:latin typeface="+mn-lt"/>
          <a:ea typeface="+mn-ea"/>
          <a:cs typeface="+mn-cs"/>
          <a:sym typeface="Avenir Next Demi Bold"/>
        </a:defRPr>
      </a:lvl7pPr>
      <a:lvl8pPr marL="0" marR="0" indent="0" algn="ctr" defTabSz="8255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252" strike="noStrike" sz="8400" u="none">
          <a:gradFill flip="none" rotWithShape="1">
            <a:gsLst>
              <a:gs pos="0">
                <a:srgbClr val="FFFFFF"/>
              </a:gs>
              <a:gs pos="100000">
                <a:srgbClr val="929292"/>
              </a:gs>
            </a:gsLst>
            <a:lin ang="5400000" scaled="0"/>
          </a:gradFill>
          <a:uFillTx/>
          <a:latin typeface="+mn-lt"/>
          <a:ea typeface="+mn-ea"/>
          <a:cs typeface="+mn-cs"/>
          <a:sym typeface="Avenir Next Demi Bold"/>
        </a:defRPr>
      </a:lvl8pPr>
      <a:lvl9pPr marL="0" marR="0" indent="0" algn="ctr" defTabSz="8255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252" strike="noStrike" sz="8400" u="none">
          <a:gradFill flip="none" rotWithShape="1">
            <a:gsLst>
              <a:gs pos="0">
                <a:srgbClr val="FFFFFF"/>
              </a:gs>
              <a:gs pos="100000">
                <a:srgbClr val="929292"/>
              </a:gs>
            </a:gsLst>
            <a:lin ang="5400000" scaled="0"/>
          </a:gradFill>
          <a:uFillTx/>
          <a:latin typeface="+mn-lt"/>
          <a:ea typeface="+mn-ea"/>
          <a:cs typeface="+mn-cs"/>
          <a:sym typeface="Avenir Next Demi Bold"/>
        </a:defRPr>
      </a:lvl9pPr>
    </p:titleStyle>
    <p:bodyStyle>
      <a:lvl1pPr marL="558800" marR="0" indent="-558800" algn="l" defTabSz="2438400" rtl="0" latinLnBrk="0">
        <a:lnSpc>
          <a:spcPct val="100000"/>
        </a:lnSpc>
        <a:spcBef>
          <a:spcPts val="2400"/>
        </a:spcBef>
        <a:spcAft>
          <a:spcPts val="0"/>
        </a:spcAft>
        <a:buClr>
          <a:srgbClr val="FFFFFF"/>
        </a:buClr>
        <a:buSzPct val="100000"/>
        <a:buFontTx/>
        <a:buChar char="•"/>
        <a:tabLst/>
        <a:defRPr b="0" baseline="0" cap="none" i="0" spc="0" strike="noStrike" sz="4800" u="none">
          <a:solidFill>
            <a:srgbClr val="FFFFFF"/>
          </a:solidFill>
          <a:uFillTx/>
          <a:latin typeface="Avenir Next Regular"/>
          <a:ea typeface="Avenir Next Regular"/>
          <a:cs typeface="Avenir Next Regular"/>
          <a:sym typeface="Avenir Next Regular"/>
        </a:defRPr>
      </a:lvl1pPr>
      <a:lvl2pPr marL="1117600" marR="0" indent="-558800" algn="l" defTabSz="2438400" rtl="0" latinLnBrk="0">
        <a:lnSpc>
          <a:spcPct val="100000"/>
        </a:lnSpc>
        <a:spcBef>
          <a:spcPts val="2400"/>
        </a:spcBef>
        <a:spcAft>
          <a:spcPts val="0"/>
        </a:spcAft>
        <a:buClr>
          <a:srgbClr val="FFFFFF"/>
        </a:buClr>
        <a:buSzPct val="100000"/>
        <a:buFontTx/>
        <a:buChar char="•"/>
        <a:tabLst/>
        <a:defRPr b="0" baseline="0" cap="none" i="0" spc="0" strike="noStrike" sz="4800" u="none">
          <a:solidFill>
            <a:srgbClr val="FFFFFF"/>
          </a:solidFill>
          <a:uFillTx/>
          <a:latin typeface="Avenir Next Regular"/>
          <a:ea typeface="Avenir Next Regular"/>
          <a:cs typeface="Avenir Next Regular"/>
          <a:sym typeface="Avenir Next Regular"/>
        </a:defRPr>
      </a:lvl2pPr>
      <a:lvl3pPr marL="1676400" marR="0" indent="-558800" algn="l" defTabSz="2438400" rtl="0" latinLnBrk="0">
        <a:lnSpc>
          <a:spcPct val="100000"/>
        </a:lnSpc>
        <a:spcBef>
          <a:spcPts val="2400"/>
        </a:spcBef>
        <a:spcAft>
          <a:spcPts val="0"/>
        </a:spcAft>
        <a:buClr>
          <a:srgbClr val="FFFFFF"/>
        </a:buClr>
        <a:buSzPct val="100000"/>
        <a:buFontTx/>
        <a:buChar char="•"/>
        <a:tabLst/>
        <a:defRPr b="0" baseline="0" cap="none" i="0" spc="0" strike="noStrike" sz="4800" u="none">
          <a:solidFill>
            <a:srgbClr val="FFFFFF"/>
          </a:solidFill>
          <a:uFillTx/>
          <a:latin typeface="Avenir Next Regular"/>
          <a:ea typeface="Avenir Next Regular"/>
          <a:cs typeface="Avenir Next Regular"/>
          <a:sym typeface="Avenir Next Regular"/>
        </a:defRPr>
      </a:lvl3pPr>
      <a:lvl4pPr marL="2235200" marR="0" indent="-558800" algn="l" defTabSz="2438400" rtl="0" latinLnBrk="0">
        <a:lnSpc>
          <a:spcPct val="100000"/>
        </a:lnSpc>
        <a:spcBef>
          <a:spcPts val="2400"/>
        </a:spcBef>
        <a:spcAft>
          <a:spcPts val="0"/>
        </a:spcAft>
        <a:buClr>
          <a:srgbClr val="FFFFFF"/>
        </a:buClr>
        <a:buSzPct val="100000"/>
        <a:buFontTx/>
        <a:buChar char="•"/>
        <a:tabLst/>
        <a:defRPr b="0" baseline="0" cap="none" i="0" spc="0" strike="noStrike" sz="4800" u="none">
          <a:solidFill>
            <a:srgbClr val="FFFFFF"/>
          </a:solidFill>
          <a:uFillTx/>
          <a:latin typeface="Avenir Next Regular"/>
          <a:ea typeface="Avenir Next Regular"/>
          <a:cs typeface="Avenir Next Regular"/>
          <a:sym typeface="Avenir Next Regular"/>
        </a:defRPr>
      </a:lvl4pPr>
      <a:lvl5pPr marL="2794000" marR="0" indent="-558800" algn="l" defTabSz="2438400" rtl="0" latinLnBrk="0">
        <a:lnSpc>
          <a:spcPct val="100000"/>
        </a:lnSpc>
        <a:spcBef>
          <a:spcPts val="2400"/>
        </a:spcBef>
        <a:spcAft>
          <a:spcPts val="0"/>
        </a:spcAft>
        <a:buClr>
          <a:srgbClr val="FFFFFF"/>
        </a:buClr>
        <a:buSzPct val="100000"/>
        <a:buFontTx/>
        <a:buChar char="•"/>
        <a:tabLst/>
        <a:defRPr b="0" baseline="0" cap="none" i="0" spc="0" strike="noStrike" sz="4800" u="none">
          <a:solidFill>
            <a:srgbClr val="FFFFFF"/>
          </a:solidFill>
          <a:uFillTx/>
          <a:latin typeface="Avenir Next Regular"/>
          <a:ea typeface="Avenir Next Regular"/>
          <a:cs typeface="Avenir Next Regular"/>
          <a:sym typeface="Avenir Next Regular"/>
        </a:defRPr>
      </a:lvl5pPr>
      <a:lvl6pPr marL="3352800" marR="0" indent="-558800" algn="l" defTabSz="2438400" rtl="0" latinLnBrk="0">
        <a:lnSpc>
          <a:spcPct val="100000"/>
        </a:lnSpc>
        <a:spcBef>
          <a:spcPts val="2400"/>
        </a:spcBef>
        <a:spcAft>
          <a:spcPts val="0"/>
        </a:spcAft>
        <a:buClr>
          <a:srgbClr val="FFFFFF"/>
        </a:buClr>
        <a:buSzPct val="100000"/>
        <a:buFontTx/>
        <a:buChar char="•"/>
        <a:tabLst/>
        <a:defRPr b="0" baseline="0" cap="none" i="0" spc="0" strike="noStrike" sz="4800" u="none">
          <a:solidFill>
            <a:srgbClr val="FFFFFF"/>
          </a:solidFill>
          <a:uFillTx/>
          <a:latin typeface="Avenir Next Regular"/>
          <a:ea typeface="Avenir Next Regular"/>
          <a:cs typeface="Avenir Next Regular"/>
          <a:sym typeface="Avenir Next Regular"/>
        </a:defRPr>
      </a:lvl6pPr>
      <a:lvl7pPr marL="3911600" marR="0" indent="-558800" algn="l" defTabSz="2438400" rtl="0" latinLnBrk="0">
        <a:lnSpc>
          <a:spcPct val="100000"/>
        </a:lnSpc>
        <a:spcBef>
          <a:spcPts val="2400"/>
        </a:spcBef>
        <a:spcAft>
          <a:spcPts val="0"/>
        </a:spcAft>
        <a:buClr>
          <a:srgbClr val="FFFFFF"/>
        </a:buClr>
        <a:buSzPct val="100000"/>
        <a:buFontTx/>
        <a:buChar char="•"/>
        <a:tabLst/>
        <a:defRPr b="0" baseline="0" cap="none" i="0" spc="0" strike="noStrike" sz="4800" u="none">
          <a:solidFill>
            <a:srgbClr val="FFFFFF"/>
          </a:solidFill>
          <a:uFillTx/>
          <a:latin typeface="Avenir Next Regular"/>
          <a:ea typeface="Avenir Next Regular"/>
          <a:cs typeface="Avenir Next Regular"/>
          <a:sym typeface="Avenir Next Regular"/>
        </a:defRPr>
      </a:lvl7pPr>
      <a:lvl8pPr marL="4470400" marR="0" indent="-558800" algn="l" defTabSz="2438400" rtl="0" latinLnBrk="0">
        <a:lnSpc>
          <a:spcPct val="100000"/>
        </a:lnSpc>
        <a:spcBef>
          <a:spcPts val="2400"/>
        </a:spcBef>
        <a:spcAft>
          <a:spcPts val="0"/>
        </a:spcAft>
        <a:buClr>
          <a:srgbClr val="FFFFFF"/>
        </a:buClr>
        <a:buSzPct val="100000"/>
        <a:buFontTx/>
        <a:buChar char="•"/>
        <a:tabLst/>
        <a:defRPr b="0" baseline="0" cap="none" i="0" spc="0" strike="noStrike" sz="4800" u="none">
          <a:solidFill>
            <a:srgbClr val="FFFFFF"/>
          </a:solidFill>
          <a:uFillTx/>
          <a:latin typeface="Avenir Next Regular"/>
          <a:ea typeface="Avenir Next Regular"/>
          <a:cs typeface="Avenir Next Regular"/>
          <a:sym typeface="Avenir Next Regular"/>
        </a:defRPr>
      </a:lvl8pPr>
      <a:lvl9pPr marL="5029200" marR="0" indent="-558800" algn="l" defTabSz="2438400" rtl="0" latinLnBrk="0">
        <a:lnSpc>
          <a:spcPct val="100000"/>
        </a:lnSpc>
        <a:spcBef>
          <a:spcPts val="2400"/>
        </a:spcBef>
        <a:spcAft>
          <a:spcPts val="0"/>
        </a:spcAft>
        <a:buClr>
          <a:srgbClr val="FFFFFF"/>
        </a:buClr>
        <a:buSzPct val="100000"/>
        <a:buFontTx/>
        <a:buChar char="•"/>
        <a:tabLst/>
        <a:defRPr b="0" baseline="0" cap="none" i="0" spc="0" strike="noStrike" sz="4800" u="none">
          <a:solidFill>
            <a:srgbClr val="FFFFFF"/>
          </a:solidFill>
          <a:uFillTx/>
          <a:latin typeface="Avenir Next Regular"/>
          <a:ea typeface="Avenir Next Regular"/>
          <a:cs typeface="Avenir Next Regular"/>
          <a:sym typeface="Avenir Next Regular"/>
        </a:defRPr>
      </a:lvl9pPr>
    </p:bodyStyle>
    <p:otherStyle>
      <a:lvl1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200" u="none">
          <a:solidFill>
            <a:schemeClr val="tx1"/>
          </a:solidFill>
          <a:uFillTx/>
          <a:latin typeface="+mn-lt"/>
          <a:ea typeface="+mn-ea"/>
          <a:cs typeface="+mn-cs"/>
          <a:sym typeface="Avenir Next Regular"/>
        </a:defRPr>
      </a:lvl1pPr>
      <a:lvl2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200" u="none">
          <a:solidFill>
            <a:schemeClr val="tx1"/>
          </a:solidFill>
          <a:uFillTx/>
          <a:latin typeface="+mn-lt"/>
          <a:ea typeface="+mn-ea"/>
          <a:cs typeface="+mn-cs"/>
          <a:sym typeface="Avenir Next Regular"/>
        </a:defRPr>
      </a:lvl2pPr>
      <a:lvl3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200" u="none">
          <a:solidFill>
            <a:schemeClr val="tx1"/>
          </a:solidFill>
          <a:uFillTx/>
          <a:latin typeface="+mn-lt"/>
          <a:ea typeface="+mn-ea"/>
          <a:cs typeface="+mn-cs"/>
          <a:sym typeface="Avenir Next Regular"/>
        </a:defRPr>
      </a:lvl3pPr>
      <a:lvl4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200" u="none">
          <a:solidFill>
            <a:schemeClr val="tx1"/>
          </a:solidFill>
          <a:uFillTx/>
          <a:latin typeface="+mn-lt"/>
          <a:ea typeface="+mn-ea"/>
          <a:cs typeface="+mn-cs"/>
          <a:sym typeface="Avenir Next Regular"/>
        </a:defRPr>
      </a:lvl4pPr>
      <a:lvl5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200" u="none">
          <a:solidFill>
            <a:schemeClr val="tx1"/>
          </a:solidFill>
          <a:uFillTx/>
          <a:latin typeface="+mn-lt"/>
          <a:ea typeface="+mn-ea"/>
          <a:cs typeface="+mn-cs"/>
          <a:sym typeface="Avenir Next Regular"/>
        </a:defRPr>
      </a:lvl5pPr>
      <a:lvl6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200" u="none">
          <a:solidFill>
            <a:schemeClr val="tx1"/>
          </a:solidFill>
          <a:uFillTx/>
          <a:latin typeface="+mn-lt"/>
          <a:ea typeface="+mn-ea"/>
          <a:cs typeface="+mn-cs"/>
          <a:sym typeface="Avenir Next Regular"/>
        </a:defRPr>
      </a:lvl6pPr>
      <a:lvl7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200" u="none">
          <a:solidFill>
            <a:schemeClr val="tx1"/>
          </a:solidFill>
          <a:uFillTx/>
          <a:latin typeface="+mn-lt"/>
          <a:ea typeface="+mn-ea"/>
          <a:cs typeface="+mn-cs"/>
          <a:sym typeface="Avenir Next Regular"/>
        </a:defRPr>
      </a:lvl7pPr>
      <a:lvl8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200" u="none">
          <a:solidFill>
            <a:schemeClr val="tx1"/>
          </a:solidFill>
          <a:uFillTx/>
          <a:latin typeface="+mn-lt"/>
          <a:ea typeface="+mn-ea"/>
          <a:cs typeface="+mn-cs"/>
          <a:sym typeface="Avenir Next Regular"/>
        </a:defRPr>
      </a:lvl8pPr>
      <a:lvl9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200" u="none">
          <a:solidFill>
            <a:schemeClr val="tx1"/>
          </a:solidFill>
          <a:uFillTx/>
          <a:latin typeface="+mn-lt"/>
          <a:ea typeface="+mn-ea"/>
          <a:cs typeface="+mn-cs"/>
          <a:sym typeface="Avenir Next Regular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.png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.png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6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Бот для Telegram"/>
          <p:cNvSpPr txBox="1"/>
          <p:nvPr>
            <p:ph type="ctr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Бот для Telegram</a:t>
            </a:r>
          </a:p>
        </p:txBody>
      </p:sp>
      <p:sp>
        <p:nvSpPr>
          <p:cNvPr id="152" name="Автор и дата"/>
          <p:cNvSpPr txBox="1"/>
          <p:nvPr>
            <p:ph type="body" idx="13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53" name="Куприн Никита,…"/>
          <p:cNvSpPr txBox="1"/>
          <p:nvPr>
            <p:ph type="subTitle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Куприн Никита,</a:t>
            </a:r>
          </a:p>
          <a:p>
            <a:pPr/>
            <a:r>
              <a:t>Тамбов.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Функции бота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Функции бота</a:t>
            </a:r>
          </a:p>
        </p:txBody>
      </p:sp>
      <p:sp>
        <p:nvSpPr>
          <p:cNvPr id="156" name="Подзаголовок слайда"/>
          <p:cNvSpPr txBox="1"/>
          <p:nvPr>
            <p:ph type="body" idx="13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57" name="Текст пункта на слайде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pic>
        <p:nvPicPr>
          <p:cNvPr id="158" name="Изображение" descr="Изображение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758557" y="3713275"/>
            <a:ext cx="12866886" cy="4766706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Случайные фотографии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Случайные фотографии </a:t>
            </a:r>
          </a:p>
        </p:txBody>
      </p:sp>
      <p:sp>
        <p:nvSpPr>
          <p:cNvPr id="161" name="Подзаголовок слайда"/>
          <p:cNvSpPr txBox="1"/>
          <p:nvPr>
            <p:ph type="body" idx="13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62" name="Текст пункта на слайде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pic>
        <p:nvPicPr>
          <p:cNvPr id="163" name="Изображение" descr="Изображение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9001917" y="2706428"/>
            <a:ext cx="6380166" cy="1052138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Фотография местности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Фотография местности</a:t>
            </a:r>
          </a:p>
        </p:txBody>
      </p:sp>
      <p:sp>
        <p:nvSpPr>
          <p:cNvPr id="166" name="Подзаголовок слайда"/>
          <p:cNvSpPr txBox="1"/>
          <p:nvPr>
            <p:ph type="body" idx="13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67" name="Текст пункта на слайде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pic>
        <p:nvPicPr>
          <p:cNvPr id="168" name="Изображение" descr="Изображение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9150350" y="3630396"/>
            <a:ext cx="6083300" cy="883920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Факты о числах и не только…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Факты о числах и не только…</a:t>
            </a:r>
          </a:p>
        </p:txBody>
      </p:sp>
      <p:sp>
        <p:nvSpPr>
          <p:cNvPr id="171" name="Подзаголовок слайда"/>
          <p:cNvSpPr txBox="1"/>
          <p:nvPr>
            <p:ph type="body" idx="13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72" name="Текст пункта на слайде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pic>
        <p:nvPicPr>
          <p:cNvPr id="173" name="Изображение" descr="Изображение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943603" y="3241194"/>
            <a:ext cx="8823843" cy="4707280"/>
          </a:xfrm>
          <a:prstGeom prst="rect">
            <a:avLst/>
          </a:prstGeom>
          <a:ln w="12700">
            <a:miter lim="400000"/>
          </a:ln>
        </p:spPr>
      </p:pic>
      <p:pic>
        <p:nvPicPr>
          <p:cNvPr id="174" name="Изображение" descr="Изображение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9391101" y="8819430"/>
            <a:ext cx="13792201" cy="393700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Получение прогноза погоды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Получение прогноза погоды</a:t>
            </a:r>
          </a:p>
        </p:txBody>
      </p:sp>
      <p:sp>
        <p:nvSpPr>
          <p:cNvPr id="177" name="Подзаголовок слайда"/>
          <p:cNvSpPr txBox="1"/>
          <p:nvPr>
            <p:ph type="body" idx="13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78" name="Текст пункта на слайде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pic>
        <p:nvPicPr>
          <p:cNvPr id="179" name="Изображение" descr="Изображение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7437680" y="4762560"/>
            <a:ext cx="9508640" cy="6933384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22_ColorGradient">
  <a:themeElements>
    <a:clrScheme name="22_ColorGradient">
      <a:dk1>
        <a:srgbClr val="D000FF"/>
      </a:dk1>
      <a:lt1>
        <a:srgbClr val="FFFFFF"/>
      </a:lt1>
      <a:dk2>
        <a:srgbClr val="5E5E5E"/>
      </a:dk2>
      <a:lt2>
        <a:srgbClr val="D5D5D5"/>
      </a:lt2>
      <a:accent1>
        <a:srgbClr val="0076BA"/>
      </a:accent1>
      <a:accent2>
        <a:srgbClr val="05A89D"/>
      </a:accent2>
      <a:accent3>
        <a:srgbClr val="1DB100"/>
      </a:accent3>
      <a:accent4>
        <a:srgbClr val="F9B900"/>
      </a:accent4>
      <a:accent5>
        <a:srgbClr val="EE220D"/>
      </a:accent5>
      <a:accent6>
        <a:srgbClr val="CB297B"/>
      </a:accent6>
      <a:hlink>
        <a:srgbClr val="0000FF"/>
      </a:hlink>
      <a:folHlink>
        <a:srgbClr val="FF00FF"/>
      </a:folHlink>
    </a:clrScheme>
    <a:fontScheme name="22_ColorGradient">
      <a:majorFont>
        <a:latin typeface="Avenir Next Demi Bold"/>
        <a:ea typeface="Avenir Next Demi Bold"/>
        <a:cs typeface="Avenir Next Demi Bold"/>
      </a:majorFont>
      <a:minorFont>
        <a:latin typeface="Avenir Next Demi Bold"/>
        <a:ea typeface="Avenir Next Demi Bold"/>
        <a:cs typeface="Avenir Next Demi Bold"/>
      </a:minorFont>
    </a:fontScheme>
    <a:fmtScheme name="22_ColorGradien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Avenir Next Medium"/>
            <a:ea typeface="Avenir Next Medium"/>
            <a:cs typeface="Avenir Next Medium"/>
            <a:sym typeface="Avenir Next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FFFFFF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2438400" rtl="0" fontAlgn="auto" latinLnBrk="0" hangingPunct="0">
          <a:lnSpc>
            <a:spcPct val="100000"/>
          </a:lnSpc>
          <a:spcBef>
            <a:spcPts val="24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48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Avenir Next Regular"/>
            <a:ea typeface="Avenir Next Regular"/>
            <a:cs typeface="Avenir Next Regular"/>
            <a:sym typeface="Avenir Next Regular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22_ColorGradient">
  <a:themeElements>
    <a:clrScheme name="22_ColorGradient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76BA"/>
      </a:accent1>
      <a:accent2>
        <a:srgbClr val="05A89D"/>
      </a:accent2>
      <a:accent3>
        <a:srgbClr val="1DB100"/>
      </a:accent3>
      <a:accent4>
        <a:srgbClr val="F9B900"/>
      </a:accent4>
      <a:accent5>
        <a:srgbClr val="EE220D"/>
      </a:accent5>
      <a:accent6>
        <a:srgbClr val="CB297B"/>
      </a:accent6>
      <a:hlink>
        <a:srgbClr val="0000FF"/>
      </a:hlink>
      <a:folHlink>
        <a:srgbClr val="FF00FF"/>
      </a:folHlink>
    </a:clrScheme>
    <a:fontScheme name="22_ColorGradient">
      <a:majorFont>
        <a:latin typeface="Avenir Next Demi Bold"/>
        <a:ea typeface="Avenir Next Demi Bold"/>
        <a:cs typeface="Avenir Next Demi Bold"/>
      </a:majorFont>
      <a:minorFont>
        <a:latin typeface="Avenir Next Demi Bold"/>
        <a:ea typeface="Avenir Next Demi Bold"/>
        <a:cs typeface="Avenir Next Demi Bold"/>
      </a:minorFont>
    </a:fontScheme>
    <a:fmtScheme name="22_ColorGradien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Avenir Next Medium"/>
            <a:ea typeface="Avenir Next Medium"/>
            <a:cs typeface="Avenir Next Medium"/>
            <a:sym typeface="Avenir Next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FFFFFF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2438400" rtl="0" fontAlgn="auto" latinLnBrk="0" hangingPunct="0">
          <a:lnSpc>
            <a:spcPct val="100000"/>
          </a:lnSpc>
          <a:spcBef>
            <a:spcPts val="24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48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Avenir Next Regular"/>
            <a:ea typeface="Avenir Next Regular"/>
            <a:cs typeface="Avenir Next Regular"/>
            <a:sym typeface="Avenir Next Regular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